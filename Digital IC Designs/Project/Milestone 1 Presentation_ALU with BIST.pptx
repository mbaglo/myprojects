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4" r:id="rId1"/>
  </p:sldMasterIdLst>
  <p:notesMasterIdLst>
    <p:notesMasterId r:id="rId11"/>
  </p:notesMasterIdLst>
  <p:handoutMasterIdLst>
    <p:handoutMasterId r:id="rId12"/>
  </p:handoutMasterIdLst>
  <p:sldIdLst>
    <p:sldId id="256" r:id="rId2"/>
    <p:sldId id="257" r:id="rId3"/>
    <p:sldId id="264" r:id="rId4"/>
    <p:sldId id="265" r:id="rId5"/>
    <p:sldId id="283" r:id="rId6"/>
    <p:sldId id="284" r:id="rId7"/>
    <p:sldId id="286" r:id="rId8"/>
    <p:sldId id="285" r:id="rId9"/>
    <p:sldId id="263" r:id="rId10"/>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C0E3563-C2AF-044A-8D9B-13463D2643B3}">
          <p14:sldIdLst>
            <p14:sldId id="256"/>
            <p14:sldId id="257"/>
            <p14:sldId id="264"/>
            <p14:sldId id="265"/>
            <p14:sldId id="283"/>
            <p14:sldId id="284"/>
            <p14:sldId id="286"/>
            <p14:sldId id="285"/>
            <p14:sldId id="26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E46102"/>
    <a:srgbClr val="EEEEEE"/>
    <a:srgbClr val="D95E00"/>
    <a:srgbClr val="E56618"/>
    <a:srgbClr val="EF6F2A"/>
    <a:srgbClr val="68696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74A698-9F83-47E1-88B8-7D98BB3AB8C2}" v="7" dt="2025-04-27T23:16:49.642"/>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03" autoAdjust="0"/>
    <p:restoredTop sz="95298"/>
  </p:normalViewPr>
  <p:slideViewPr>
    <p:cSldViewPr snapToGrid="0" snapToObjects="1">
      <p:cViewPr varScale="1">
        <p:scale>
          <a:sx n="75" d="100"/>
          <a:sy n="75" d="100"/>
        </p:scale>
        <p:origin x="1114" y="53"/>
      </p:cViewPr>
      <p:guideLst>
        <p:guide orient="horz" pos="2160"/>
        <p:guide pos="3840"/>
      </p:guideLst>
    </p:cSldViewPr>
  </p:slideViewPr>
  <p:outlineViewPr>
    <p:cViewPr>
      <p:scale>
        <a:sx n="33" d="100"/>
        <a:sy n="33" d="100"/>
      </p:scale>
      <p:origin x="0" y="-4056"/>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106" d="100"/>
          <a:sy n="106" d="100"/>
        </p:scale>
        <p:origin x="4368"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loria Mbaka (RIT Student)" userId="29408f27-2cba-4ba6-9cdb-ecf4984283e8" providerId="ADAL" clId="{6474A698-9F83-47E1-88B8-7D98BB3AB8C2}"/>
    <pc:docChg chg="undo custSel addSld modSld modSection">
      <pc:chgData name="Gloria Mbaka (RIT Student)" userId="29408f27-2cba-4ba6-9cdb-ecf4984283e8" providerId="ADAL" clId="{6474A698-9F83-47E1-88B8-7D98BB3AB8C2}" dt="2025-04-27T23:18:53.700" v="26" actId="14100"/>
      <pc:docMkLst>
        <pc:docMk/>
      </pc:docMkLst>
      <pc:sldChg chg="modSp mod">
        <pc:chgData name="Gloria Mbaka (RIT Student)" userId="29408f27-2cba-4ba6-9cdb-ecf4984283e8" providerId="ADAL" clId="{6474A698-9F83-47E1-88B8-7D98BB3AB8C2}" dt="2025-04-16T13:01:29.522" v="1" actId="20577"/>
        <pc:sldMkLst>
          <pc:docMk/>
          <pc:sldMk cId="1539745942" sldId="265"/>
        </pc:sldMkLst>
        <pc:spChg chg="mod">
          <ac:chgData name="Gloria Mbaka (RIT Student)" userId="29408f27-2cba-4ba6-9cdb-ecf4984283e8" providerId="ADAL" clId="{6474A698-9F83-47E1-88B8-7D98BB3AB8C2}" dt="2025-04-16T13:01:29.522" v="1" actId="20577"/>
          <ac:spMkLst>
            <pc:docMk/>
            <pc:sldMk cId="1539745942" sldId="265"/>
            <ac:spMk id="3" creationId="{6FCDE114-1FEF-294E-B69F-91298C71D6A0}"/>
          </ac:spMkLst>
        </pc:spChg>
      </pc:sldChg>
      <pc:sldChg chg="addSp delSp modSp new mod">
        <pc:chgData name="Gloria Mbaka (RIT Student)" userId="29408f27-2cba-4ba6-9cdb-ecf4984283e8" providerId="ADAL" clId="{6474A698-9F83-47E1-88B8-7D98BB3AB8C2}" dt="2025-04-27T23:18:53.700" v="26" actId="14100"/>
        <pc:sldMkLst>
          <pc:docMk/>
          <pc:sldMk cId="1993653186" sldId="286"/>
        </pc:sldMkLst>
        <pc:spChg chg="del">
          <ac:chgData name="Gloria Mbaka (RIT Student)" userId="29408f27-2cba-4ba6-9cdb-ecf4984283e8" providerId="ADAL" clId="{6474A698-9F83-47E1-88B8-7D98BB3AB8C2}" dt="2025-04-27T23:14:43.479" v="5" actId="478"/>
          <ac:spMkLst>
            <pc:docMk/>
            <pc:sldMk cId="1993653186" sldId="286"/>
            <ac:spMk id="2" creationId="{179547F2-08DA-454C-9405-EE26C55895B4}"/>
          </ac:spMkLst>
        </pc:spChg>
        <pc:spChg chg="del">
          <ac:chgData name="Gloria Mbaka (RIT Student)" userId="29408f27-2cba-4ba6-9cdb-ecf4984283e8" providerId="ADAL" clId="{6474A698-9F83-47E1-88B8-7D98BB3AB8C2}" dt="2025-04-27T23:14:33.585" v="3" actId="478"/>
          <ac:spMkLst>
            <pc:docMk/>
            <pc:sldMk cId="1993653186" sldId="286"/>
            <ac:spMk id="3" creationId="{3889358E-EAAC-850D-936D-D8D02B62B252}"/>
          </ac:spMkLst>
        </pc:spChg>
        <pc:spChg chg="del">
          <ac:chgData name="Gloria Mbaka (RIT Student)" userId="29408f27-2cba-4ba6-9cdb-ecf4984283e8" providerId="ADAL" clId="{6474A698-9F83-47E1-88B8-7D98BB3AB8C2}" dt="2025-04-27T23:14:38.419" v="4" actId="478"/>
          <ac:spMkLst>
            <pc:docMk/>
            <pc:sldMk cId="1993653186" sldId="286"/>
            <ac:spMk id="4" creationId="{69E707C0-42C0-3784-38A6-9D193FF52007}"/>
          </ac:spMkLst>
        </pc:spChg>
        <pc:spChg chg="add mod">
          <ac:chgData name="Gloria Mbaka (RIT Student)" userId="29408f27-2cba-4ba6-9cdb-ecf4984283e8" providerId="ADAL" clId="{6474A698-9F83-47E1-88B8-7D98BB3AB8C2}" dt="2025-04-27T23:16:17.423" v="11"/>
          <ac:spMkLst>
            <pc:docMk/>
            <pc:sldMk cId="1993653186" sldId="286"/>
            <ac:spMk id="9" creationId="{FF06F536-C028-6535-FC71-97E9C7AE4344}"/>
          </ac:spMkLst>
        </pc:spChg>
        <pc:spChg chg="add mod">
          <ac:chgData name="Gloria Mbaka (RIT Student)" userId="29408f27-2cba-4ba6-9cdb-ecf4984283e8" providerId="ADAL" clId="{6474A698-9F83-47E1-88B8-7D98BB3AB8C2}" dt="2025-04-27T23:16:17.423" v="11"/>
          <ac:spMkLst>
            <pc:docMk/>
            <pc:sldMk cId="1993653186" sldId="286"/>
            <ac:spMk id="10" creationId="{E865C5F0-77B6-42A4-D461-43F7A66E9A50}"/>
          </ac:spMkLst>
        </pc:spChg>
        <pc:spChg chg="add mod">
          <ac:chgData name="Gloria Mbaka (RIT Student)" userId="29408f27-2cba-4ba6-9cdb-ecf4984283e8" providerId="ADAL" clId="{6474A698-9F83-47E1-88B8-7D98BB3AB8C2}" dt="2025-04-27T23:18:45.924" v="24" actId="1076"/>
          <ac:spMkLst>
            <pc:docMk/>
            <pc:sldMk cId="1993653186" sldId="286"/>
            <ac:spMk id="11" creationId="{3B303006-F6DA-4FD3-F62F-FA83A6283781}"/>
          </ac:spMkLst>
        </pc:spChg>
        <pc:spChg chg="add mod">
          <ac:chgData name="Gloria Mbaka (RIT Student)" userId="29408f27-2cba-4ba6-9cdb-ecf4984283e8" providerId="ADAL" clId="{6474A698-9F83-47E1-88B8-7D98BB3AB8C2}" dt="2025-04-27T23:18:31.908" v="20" actId="1076"/>
          <ac:spMkLst>
            <pc:docMk/>
            <pc:sldMk cId="1993653186" sldId="286"/>
            <ac:spMk id="16" creationId="{653A8719-3915-56A5-90B1-2F8537CDA286}"/>
          </ac:spMkLst>
        </pc:spChg>
        <pc:spChg chg="add mod">
          <ac:chgData name="Gloria Mbaka (RIT Student)" userId="29408f27-2cba-4ba6-9cdb-ecf4984283e8" providerId="ADAL" clId="{6474A698-9F83-47E1-88B8-7D98BB3AB8C2}" dt="2025-04-27T23:18:27.419" v="19" actId="1076"/>
          <ac:spMkLst>
            <pc:docMk/>
            <pc:sldMk cId="1993653186" sldId="286"/>
            <ac:spMk id="18" creationId="{CBE923B9-99AE-A048-DA4F-CF41C9723018}"/>
          </ac:spMkLst>
        </pc:spChg>
        <pc:spChg chg="add mod">
          <ac:chgData name="Gloria Mbaka (RIT Student)" userId="29408f27-2cba-4ba6-9cdb-ecf4984283e8" providerId="ADAL" clId="{6474A698-9F83-47E1-88B8-7D98BB3AB8C2}" dt="2025-04-27T23:18:24.482" v="18" actId="1076"/>
          <ac:spMkLst>
            <pc:docMk/>
            <pc:sldMk cId="1993653186" sldId="286"/>
            <ac:spMk id="20" creationId="{5D5935E6-7A89-83C7-C300-A829EB22A7E2}"/>
          </ac:spMkLst>
        </pc:spChg>
        <pc:spChg chg="add mod">
          <ac:chgData name="Gloria Mbaka (RIT Student)" userId="29408f27-2cba-4ba6-9cdb-ecf4984283e8" providerId="ADAL" clId="{6474A698-9F83-47E1-88B8-7D98BB3AB8C2}" dt="2025-04-27T23:16:17.423" v="11"/>
          <ac:spMkLst>
            <pc:docMk/>
            <pc:sldMk cId="1993653186" sldId="286"/>
            <ac:spMk id="22" creationId="{C8253C95-B08D-AF57-F4F8-4194D63404A5}"/>
          </ac:spMkLst>
        </pc:spChg>
        <pc:spChg chg="add mod">
          <ac:chgData name="Gloria Mbaka (RIT Student)" userId="29408f27-2cba-4ba6-9cdb-ecf4984283e8" providerId="ADAL" clId="{6474A698-9F83-47E1-88B8-7D98BB3AB8C2}" dt="2025-04-27T23:16:17.423" v="11"/>
          <ac:spMkLst>
            <pc:docMk/>
            <pc:sldMk cId="1993653186" sldId="286"/>
            <ac:spMk id="24" creationId="{12025758-C32A-4296-C5B6-39DE3D105DB2}"/>
          </ac:spMkLst>
        </pc:spChg>
        <pc:grpChg chg="add mod">
          <ac:chgData name="Gloria Mbaka (RIT Student)" userId="29408f27-2cba-4ba6-9cdb-ecf4984283e8" providerId="ADAL" clId="{6474A698-9F83-47E1-88B8-7D98BB3AB8C2}" dt="2025-04-27T23:16:49.641" v="14" actId="164"/>
          <ac:grpSpMkLst>
            <pc:docMk/>
            <pc:sldMk cId="1993653186" sldId="286"/>
            <ac:grpSpMk id="8" creationId="{16D37A85-B677-CF74-FCCD-66BB3EE4D3C5}"/>
          </ac:grpSpMkLst>
        </pc:grpChg>
        <pc:grpChg chg="add mod">
          <ac:chgData name="Gloria Mbaka (RIT Student)" userId="29408f27-2cba-4ba6-9cdb-ecf4984283e8" providerId="ADAL" clId="{6474A698-9F83-47E1-88B8-7D98BB3AB8C2}" dt="2025-04-27T23:18:53.700" v="26" actId="14100"/>
          <ac:grpSpMkLst>
            <pc:docMk/>
            <pc:sldMk cId="1993653186" sldId="286"/>
            <ac:grpSpMk id="25" creationId="{13649D6D-104B-4BBC-F8AA-751206F75807}"/>
          </ac:grpSpMkLst>
        </pc:grpChg>
        <pc:picChg chg="add">
          <ac:chgData name="Gloria Mbaka (RIT Student)" userId="29408f27-2cba-4ba6-9cdb-ecf4984283e8" providerId="ADAL" clId="{6474A698-9F83-47E1-88B8-7D98BB3AB8C2}" dt="2025-04-27T23:14:47.077" v="6"/>
          <ac:picMkLst>
            <pc:docMk/>
            <pc:sldMk cId="1993653186" sldId="286"/>
            <ac:picMk id="5" creationId="{B9496D9A-AC04-2C77-7840-B377DA859118}"/>
          </ac:picMkLst>
        </pc:picChg>
        <pc:picChg chg="add mod">
          <ac:chgData name="Gloria Mbaka (RIT Student)" userId="29408f27-2cba-4ba6-9cdb-ecf4984283e8" providerId="ADAL" clId="{6474A698-9F83-47E1-88B8-7D98BB3AB8C2}" dt="2025-04-27T23:15:17.777" v="9" actId="1076"/>
          <ac:picMkLst>
            <pc:docMk/>
            <pc:sldMk cId="1993653186" sldId="286"/>
            <ac:picMk id="6" creationId="{45B19768-65E2-E16B-9C0F-C1B71CD4384F}"/>
          </ac:picMkLst>
        </pc:picChg>
        <pc:picChg chg="add mod">
          <ac:chgData name="Gloria Mbaka (RIT Student)" userId="29408f27-2cba-4ba6-9cdb-ecf4984283e8" providerId="ADAL" clId="{6474A698-9F83-47E1-88B8-7D98BB3AB8C2}" dt="2025-04-27T23:16:49.641" v="14" actId="164"/>
          <ac:picMkLst>
            <pc:docMk/>
            <pc:sldMk cId="1993653186" sldId="286"/>
            <ac:picMk id="7" creationId="{12FBBC18-4529-2830-DDC6-5A05303CEB43}"/>
          </ac:picMkLst>
        </pc:picChg>
        <pc:cxnChg chg="add mod">
          <ac:chgData name="Gloria Mbaka (RIT Student)" userId="29408f27-2cba-4ba6-9cdb-ecf4984283e8" providerId="ADAL" clId="{6474A698-9F83-47E1-88B8-7D98BB3AB8C2}" dt="2025-04-27T23:16:17.423" v="11"/>
          <ac:cxnSpMkLst>
            <pc:docMk/>
            <pc:sldMk cId="1993653186" sldId="286"/>
            <ac:cxnSpMk id="14" creationId="{4654074C-CB3B-A16F-4E85-1E98962635DD}"/>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9333BD0-7962-B04A-8E72-AD5168F631E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36B94C6-1659-0D42-8942-DAD6793A09D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F9C6931-D0F6-AB40-9D7F-95567148A5C2}" type="datetimeFigureOut">
              <a:rPr lang="en-US" smtClean="0"/>
              <a:t>4/27/2025</a:t>
            </a:fld>
            <a:endParaRPr lang="en-US"/>
          </a:p>
        </p:txBody>
      </p:sp>
      <p:sp>
        <p:nvSpPr>
          <p:cNvPr id="4" name="Footer Placeholder 3">
            <a:extLst>
              <a:ext uri="{FF2B5EF4-FFF2-40B4-BE49-F238E27FC236}">
                <a16:creationId xmlns:a16="http://schemas.microsoft.com/office/drawing/2014/main" id="{8BE64BEA-E2E4-BF48-8CF7-45787CAA5A0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939BBDE-4EF8-F14C-8AE0-73BF9B0C336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1F64436-003E-284C-9347-5BCE37456516}" type="slidenum">
              <a:rPr lang="en-US" smtClean="0"/>
              <a:t>‹#›</a:t>
            </a:fld>
            <a:endParaRPr lang="en-US"/>
          </a:p>
        </p:txBody>
      </p:sp>
    </p:spTree>
    <p:extLst>
      <p:ext uri="{BB962C8B-B14F-4D97-AF65-F5344CB8AC3E}">
        <p14:creationId xmlns:p14="http://schemas.microsoft.com/office/powerpoint/2010/main" val="23733386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36C18F2-6801-5147-A332-A6E1C7D69D18}" type="datetimeFigureOut">
              <a:rPr lang="en-US" smtClean="0"/>
              <a:t>4/22/2025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DCF60EF-C37D-4D44-90AD-6140AB570E45}" type="slidenum">
              <a:rPr lang="en-US" smtClean="0"/>
              <a:t>‹#›</a:t>
            </a:fld>
            <a:endParaRPr lang="en-US"/>
          </a:p>
        </p:txBody>
      </p:sp>
    </p:spTree>
    <p:extLst>
      <p:ext uri="{BB962C8B-B14F-4D97-AF65-F5344CB8AC3E}">
        <p14:creationId xmlns:p14="http://schemas.microsoft.com/office/powerpoint/2010/main" val="1818248317"/>
      </p:ext>
    </p:extLst>
  </p:cSld>
  <p:clrMap bg1="lt1" tx1="dk1" bg2="lt2" tx2="dk2" accent1="accent1" accent2="accent2" accent3="accent3" accent4="accent4" accent5="accent5" accent6="accent6" hlink="hlink" folHlink="folHlink"/>
  <p:notesStyle>
    <a:lvl1pPr marL="0" algn="l" defTabSz="609585" rtl="0" eaLnBrk="1" latinLnBrk="0" hangingPunct="1">
      <a:defRPr sz="1600" kern="1200">
        <a:solidFill>
          <a:schemeClr val="tx1"/>
        </a:solidFill>
        <a:latin typeface="+mn-lt"/>
        <a:ea typeface="+mn-ea"/>
        <a:cs typeface="+mn-cs"/>
      </a:defRPr>
    </a:lvl1pPr>
    <a:lvl2pPr marL="609585" algn="l" defTabSz="609585" rtl="0" eaLnBrk="1" latinLnBrk="0" hangingPunct="1">
      <a:defRPr sz="1600" kern="1200">
        <a:solidFill>
          <a:schemeClr val="tx1"/>
        </a:solidFill>
        <a:latin typeface="+mn-lt"/>
        <a:ea typeface="+mn-ea"/>
        <a:cs typeface="+mn-cs"/>
      </a:defRPr>
    </a:lvl2pPr>
    <a:lvl3pPr marL="1219170" algn="l" defTabSz="609585" rtl="0" eaLnBrk="1" latinLnBrk="0" hangingPunct="1">
      <a:defRPr sz="1600" kern="1200">
        <a:solidFill>
          <a:schemeClr val="tx1"/>
        </a:solidFill>
        <a:latin typeface="+mn-lt"/>
        <a:ea typeface="+mn-ea"/>
        <a:cs typeface="+mn-cs"/>
      </a:defRPr>
    </a:lvl3pPr>
    <a:lvl4pPr marL="1828754" algn="l" defTabSz="609585" rtl="0" eaLnBrk="1" latinLnBrk="0" hangingPunct="1">
      <a:defRPr sz="1600" kern="1200">
        <a:solidFill>
          <a:schemeClr val="tx1"/>
        </a:solidFill>
        <a:latin typeface="+mn-lt"/>
        <a:ea typeface="+mn-ea"/>
        <a:cs typeface="+mn-cs"/>
      </a:defRPr>
    </a:lvl4pPr>
    <a:lvl5pPr marL="2438339" algn="l" defTabSz="609585" rtl="0" eaLnBrk="1" latinLnBrk="0" hangingPunct="1">
      <a:defRPr sz="1600" kern="1200">
        <a:solidFill>
          <a:schemeClr val="tx1"/>
        </a:solidFill>
        <a:latin typeface="+mn-lt"/>
        <a:ea typeface="+mn-ea"/>
        <a:cs typeface="+mn-cs"/>
      </a:defRPr>
    </a:lvl5pPr>
    <a:lvl6pPr marL="3047924" algn="l" defTabSz="609585" rtl="0" eaLnBrk="1" latinLnBrk="0" hangingPunct="1">
      <a:defRPr sz="1600" kern="1200">
        <a:solidFill>
          <a:schemeClr val="tx1"/>
        </a:solidFill>
        <a:latin typeface="+mn-lt"/>
        <a:ea typeface="+mn-ea"/>
        <a:cs typeface="+mn-cs"/>
      </a:defRPr>
    </a:lvl6pPr>
    <a:lvl7pPr marL="3657509" algn="l" defTabSz="609585" rtl="0" eaLnBrk="1" latinLnBrk="0" hangingPunct="1">
      <a:defRPr sz="1600" kern="1200">
        <a:solidFill>
          <a:schemeClr val="tx1"/>
        </a:solidFill>
        <a:latin typeface="+mn-lt"/>
        <a:ea typeface="+mn-ea"/>
        <a:cs typeface="+mn-cs"/>
      </a:defRPr>
    </a:lvl7pPr>
    <a:lvl8pPr marL="4267093" algn="l" defTabSz="609585" rtl="0" eaLnBrk="1" latinLnBrk="0" hangingPunct="1">
      <a:defRPr sz="1600" kern="1200">
        <a:solidFill>
          <a:schemeClr val="tx1"/>
        </a:solidFill>
        <a:latin typeface="+mn-lt"/>
        <a:ea typeface="+mn-ea"/>
        <a:cs typeface="+mn-cs"/>
      </a:defRPr>
    </a:lvl8pPr>
    <a:lvl9pPr marL="4876678" algn="l" defTabSz="60958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CF60EF-C37D-4D44-90AD-6140AB570E45}" type="slidenum">
              <a:rPr lang="en-US" smtClean="0"/>
              <a:t>1</a:t>
            </a:fld>
            <a:endParaRPr lang="en-US"/>
          </a:p>
        </p:txBody>
      </p:sp>
    </p:spTree>
    <p:extLst>
      <p:ext uri="{BB962C8B-B14F-4D97-AF65-F5344CB8AC3E}">
        <p14:creationId xmlns:p14="http://schemas.microsoft.com/office/powerpoint/2010/main" val="24764149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CF60EF-C37D-4D44-90AD-6140AB570E45}" type="slidenum">
              <a:rPr lang="en-US" smtClean="0"/>
              <a:t>2</a:t>
            </a:fld>
            <a:endParaRPr lang="en-US"/>
          </a:p>
        </p:txBody>
      </p:sp>
    </p:spTree>
    <p:extLst>
      <p:ext uri="{BB962C8B-B14F-4D97-AF65-F5344CB8AC3E}">
        <p14:creationId xmlns:p14="http://schemas.microsoft.com/office/powerpoint/2010/main" val="16683541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CF60EF-C37D-4D44-90AD-6140AB570E45}" type="slidenum">
              <a:rPr lang="en-US" smtClean="0"/>
              <a:t>3</a:t>
            </a:fld>
            <a:endParaRPr lang="en-US"/>
          </a:p>
        </p:txBody>
      </p:sp>
    </p:spTree>
    <p:extLst>
      <p:ext uri="{BB962C8B-B14F-4D97-AF65-F5344CB8AC3E}">
        <p14:creationId xmlns:p14="http://schemas.microsoft.com/office/powerpoint/2010/main" val="573646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CF60EF-C37D-4D44-90AD-6140AB570E45}" type="slidenum">
              <a:rPr lang="en-US" smtClean="0"/>
              <a:t>4</a:t>
            </a:fld>
            <a:endParaRPr lang="en-US"/>
          </a:p>
        </p:txBody>
      </p:sp>
    </p:spTree>
    <p:extLst>
      <p:ext uri="{BB962C8B-B14F-4D97-AF65-F5344CB8AC3E}">
        <p14:creationId xmlns:p14="http://schemas.microsoft.com/office/powerpoint/2010/main" val="1023618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39629-B0B0-9F9A-DAB9-1550277865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2F7036-C9EC-EFF9-AE8D-FA1FA38A78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69ED11-EA16-C8D4-9541-256C4E1CC20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635306B-2B81-D537-6C7D-24A9D4011BB4}"/>
              </a:ext>
            </a:extLst>
          </p:cNvPr>
          <p:cNvSpPr>
            <a:spLocks noGrp="1"/>
          </p:cNvSpPr>
          <p:nvPr>
            <p:ph type="sldNum" sz="quarter" idx="5"/>
          </p:nvPr>
        </p:nvSpPr>
        <p:spPr/>
        <p:txBody>
          <a:bodyPr/>
          <a:lstStyle/>
          <a:p>
            <a:fld id="{8DCF60EF-C37D-4D44-90AD-6140AB570E45}" type="slidenum">
              <a:rPr lang="en-US" smtClean="0"/>
              <a:t>5</a:t>
            </a:fld>
            <a:endParaRPr lang="en-US"/>
          </a:p>
        </p:txBody>
      </p:sp>
    </p:spTree>
    <p:extLst>
      <p:ext uri="{BB962C8B-B14F-4D97-AF65-F5344CB8AC3E}">
        <p14:creationId xmlns:p14="http://schemas.microsoft.com/office/powerpoint/2010/main" val="15558330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BB69F-69F4-8BD3-CD36-700E79E28F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167A3C-467B-2AA1-A781-BE29F7DBE5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BFD5FF-8B2F-E37A-0FEF-0E0CBB4E42B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F8E77FD-65F9-2E89-51B8-E93FFC5788F7}"/>
              </a:ext>
            </a:extLst>
          </p:cNvPr>
          <p:cNvSpPr>
            <a:spLocks noGrp="1"/>
          </p:cNvSpPr>
          <p:nvPr>
            <p:ph type="sldNum" sz="quarter" idx="5"/>
          </p:nvPr>
        </p:nvSpPr>
        <p:spPr/>
        <p:txBody>
          <a:bodyPr/>
          <a:lstStyle/>
          <a:p>
            <a:fld id="{8DCF60EF-C37D-4D44-90AD-6140AB570E45}" type="slidenum">
              <a:rPr lang="en-US" smtClean="0"/>
              <a:t>6</a:t>
            </a:fld>
            <a:endParaRPr lang="en-US"/>
          </a:p>
        </p:txBody>
      </p:sp>
    </p:spTree>
    <p:extLst>
      <p:ext uri="{BB962C8B-B14F-4D97-AF65-F5344CB8AC3E}">
        <p14:creationId xmlns:p14="http://schemas.microsoft.com/office/powerpoint/2010/main" val="19066108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B1C66-51D0-E630-42CB-DB95A2E227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D8D1D0-DE9D-7E38-8470-7DB0A50478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57FCAC-A027-0788-F7D1-8D3079D34E5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9581EAF-6604-018A-CBBA-BF847916DCB0}"/>
              </a:ext>
            </a:extLst>
          </p:cNvPr>
          <p:cNvSpPr>
            <a:spLocks noGrp="1"/>
          </p:cNvSpPr>
          <p:nvPr>
            <p:ph type="sldNum" sz="quarter" idx="5"/>
          </p:nvPr>
        </p:nvSpPr>
        <p:spPr/>
        <p:txBody>
          <a:bodyPr/>
          <a:lstStyle/>
          <a:p>
            <a:fld id="{8DCF60EF-C37D-4D44-90AD-6140AB570E45}" type="slidenum">
              <a:rPr lang="en-US" smtClean="0"/>
              <a:t>8</a:t>
            </a:fld>
            <a:endParaRPr lang="en-US"/>
          </a:p>
        </p:txBody>
      </p:sp>
    </p:spTree>
    <p:extLst>
      <p:ext uri="{BB962C8B-B14F-4D97-AF65-F5344CB8AC3E}">
        <p14:creationId xmlns:p14="http://schemas.microsoft.com/office/powerpoint/2010/main" val="1123924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CF60EF-C37D-4D44-90AD-6140AB570E45}" type="slidenum">
              <a:rPr lang="en-US" smtClean="0"/>
              <a:t>9</a:t>
            </a:fld>
            <a:endParaRPr lang="en-US"/>
          </a:p>
        </p:txBody>
      </p:sp>
    </p:spTree>
    <p:extLst>
      <p:ext uri="{BB962C8B-B14F-4D97-AF65-F5344CB8AC3E}">
        <p14:creationId xmlns:p14="http://schemas.microsoft.com/office/powerpoint/2010/main" val="3227625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E1A813A5-67F0-4243-99EA-ADDCF3940247}"/>
              </a:ext>
            </a:extLst>
          </p:cNvPr>
          <p:cNvPicPr>
            <a:picLocks noChangeAspect="1"/>
          </p:cNvPicPr>
          <p:nvPr userDrawn="1"/>
        </p:nvPicPr>
        <p:blipFill>
          <a:blip r:embed="rId2"/>
          <a:srcRect t="2875" b="2875"/>
          <a:stretch/>
        </p:blipFill>
        <p:spPr>
          <a:xfrm>
            <a:off x="6152018" y="-67236"/>
            <a:ext cx="4932281" cy="6973083"/>
          </a:xfrm>
          <a:prstGeom prst="rect">
            <a:avLst/>
          </a:prstGeom>
        </p:spPr>
      </p:pic>
      <p:sp>
        <p:nvSpPr>
          <p:cNvPr id="32" name="Rectangle 31">
            <a:extLst>
              <a:ext uri="{FF2B5EF4-FFF2-40B4-BE49-F238E27FC236}">
                <a16:creationId xmlns:a16="http://schemas.microsoft.com/office/drawing/2014/main" id="{05B91357-5C4C-6749-B294-84C6AE7509D5}"/>
              </a:ext>
            </a:extLst>
          </p:cNvPr>
          <p:cNvSpPr/>
          <p:nvPr userDrawn="1"/>
        </p:nvSpPr>
        <p:spPr>
          <a:xfrm>
            <a:off x="11057641" y="-94129"/>
            <a:ext cx="1268052" cy="6973083"/>
          </a:xfrm>
          <a:prstGeom prst="rect">
            <a:avLst/>
          </a:prstGeom>
          <a:solidFill>
            <a:srgbClr val="FC6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Text Placeholder 19">
            <a:extLst>
              <a:ext uri="{FF2B5EF4-FFF2-40B4-BE49-F238E27FC236}">
                <a16:creationId xmlns:a16="http://schemas.microsoft.com/office/drawing/2014/main" id="{FEFD9D4D-26CF-1B40-9449-C3AAAE20A4D6}"/>
              </a:ext>
            </a:extLst>
          </p:cNvPr>
          <p:cNvSpPr>
            <a:spLocks noGrp="1"/>
          </p:cNvSpPr>
          <p:nvPr>
            <p:ph type="body" sz="quarter" idx="10" hasCustomPrompt="1"/>
          </p:nvPr>
        </p:nvSpPr>
        <p:spPr>
          <a:xfrm>
            <a:off x="349384" y="4415481"/>
            <a:ext cx="5421167" cy="307777"/>
          </a:xfrm>
          <a:prstGeom prst="rect">
            <a:avLst/>
          </a:prstGeom>
          <a:noFill/>
        </p:spPr>
        <p:txBody>
          <a:bodyPr wrap="square" lIns="0" tIns="0" rIns="0" bIns="0" anchor="b" anchorCtr="0">
            <a:spAutoFit/>
          </a:bodyPr>
          <a:lstStyle>
            <a:lvl1pPr marL="0" indent="0">
              <a:lnSpc>
                <a:spcPts val="2400"/>
              </a:lnSpc>
              <a:spcBef>
                <a:spcPts val="0"/>
              </a:spcBef>
              <a:buNone/>
              <a:defRPr sz="2200" b="1">
                <a:solidFill>
                  <a:schemeClr val="tx1"/>
                </a:solidFill>
              </a:defRPr>
            </a:lvl1pPr>
          </a:lstStyle>
          <a:p>
            <a:pPr lvl="0"/>
            <a:r>
              <a:rPr lang="en-US" dirty="0"/>
              <a:t>Click to add Subhead</a:t>
            </a:r>
          </a:p>
        </p:txBody>
      </p:sp>
      <p:sp>
        <p:nvSpPr>
          <p:cNvPr id="21" name="Text Placeholder 18">
            <a:extLst>
              <a:ext uri="{FF2B5EF4-FFF2-40B4-BE49-F238E27FC236}">
                <a16:creationId xmlns:a16="http://schemas.microsoft.com/office/drawing/2014/main" id="{E225A074-EFE6-D641-B858-30CD0522553E}"/>
              </a:ext>
            </a:extLst>
          </p:cNvPr>
          <p:cNvSpPr>
            <a:spLocks noGrp="1"/>
          </p:cNvSpPr>
          <p:nvPr>
            <p:ph type="body" sz="quarter" idx="16" hasCustomPrompt="1"/>
          </p:nvPr>
        </p:nvSpPr>
        <p:spPr>
          <a:xfrm>
            <a:off x="0" y="5532754"/>
            <a:ext cx="12192000" cy="1346199"/>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sp>
        <p:nvSpPr>
          <p:cNvPr id="26" name="Text Placeholder 14">
            <a:extLst>
              <a:ext uri="{FF2B5EF4-FFF2-40B4-BE49-F238E27FC236}">
                <a16:creationId xmlns:a16="http://schemas.microsoft.com/office/drawing/2014/main" id="{50388744-69EF-D44B-97D2-6D2F60890FF4}"/>
              </a:ext>
            </a:extLst>
          </p:cNvPr>
          <p:cNvSpPr>
            <a:spLocks noGrp="1"/>
          </p:cNvSpPr>
          <p:nvPr>
            <p:ph type="body" sz="quarter" idx="11" hasCustomPrompt="1"/>
          </p:nvPr>
        </p:nvSpPr>
        <p:spPr>
          <a:xfrm>
            <a:off x="349384" y="4927101"/>
            <a:ext cx="5421167" cy="338554"/>
          </a:xfrm>
          <a:prstGeom prst="rect">
            <a:avLst/>
          </a:prstGeom>
          <a:noFill/>
        </p:spPr>
        <p:txBody>
          <a:bodyPr wrap="square" lIns="0" tIns="0" rIns="0" bIns="0" anchor="t" anchorCtr="0">
            <a:spAutoFit/>
          </a:bodyPr>
          <a:lstStyle>
            <a:lvl1pPr marL="0" indent="0">
              <a:buNone/>
              <a:defRPr sz="2200" b="0">
                <a:solidFill>
                  <a:schemeClr val="tx1"/>
                </a:solidFill>
              </a:defRPr>
            </a:lvl1pPr>
          </a:lstStyle>
          <a:p>
            <a:pPr lvl="0"/>
            <a:r>
              <a:rPr lang="en-US" dirty="0"/>
              <a:t>Click to add Date</a:t>
            </a:r>
          </a:p>
        </p:txBody>
      </p:sp>
      <p:pic>
        <p:nvPicPr>
          <p:cNvPr id="30" name="Picture 29">
            <a:extLst>
              <a:ext uri="{FF2B5EF4-FFF2-40B4-BE49-F238E27FC236}">
                <a16:creationId xmlns:a16="http://schemas.microsoft.com/office/drawing/2014/main" id="{E075D6DC-3071-304F-BE8D-FC99BB1B6736}"/>
              </a:ext>
            </a:extLst>
          </p:cNvPr>
          <p:cNvPicPr>
            <a:picLocks noChangeAspect="1"/>
          </p:cNvPicPr>
          <p:nvPr userDrawn="1"/>
        </p:nvPicPr>
        <p:blipFill>
          <a:blip r:embed="rId3"/>
          <a:stretch>
            <a:fillRect/>
          </a:stretch>
        </p:blipFill>
        <p:spPr>
          <a:xfrm>
            <a:off x="11348959" y="145901"/>
            <a:ext cx="601912" cy="229944"/>
          </a:xfrm>
          <a:prstGeom prst="rect">
            <a:avLst/>
          </a:prstGeom>
        </p:spPr>
      </p:pic>
      <p:sp>
        <p:nvSpPr>
          <p:cNvPr id="2" name="Title 1">
            <a:extLst>
              <a:ext uri="{FF2B5EF4-FFF2-40B4-BE49-F238E27FC236}">
                <a16:creationId xmlns:a16="http://schemas.microsoft.com/office/drawing/2014/main" id="{8879311F-0114-9D4A-A4B7-60166D403123}"/>
              </a:ext>
            </a:extLst>
          </p:cNvPr>
          <p:cNvSpPr>
            <a:spLocks noGrp="1"/>
          </p:cNvSpPr>
          <p:nvPr>
            <p:ph type="title" hasCustomPrompt="1"/>
          </p:nvPr>
        </p:nvSpPr>
        <p:spPr>
          <a:xfrm>
            <a:off x="344981" y="889478"/>
            <a:ext cx="5421167" cy="2607059"/>
          </a:xfrm>
          <a:prstGeom prst="rect">
            <a:avLst/>
          </a:prstGeom>
        </p:spPr>
        <p:txBody>
          <a:bodyPr/>
          <a:lstStyle>
            <a:lvl1pPr algn="l">
              <a:defRPr sz="6000" b="1" i="0" baseline="0">
                <a:solidFill>
                  <a:schemeClr val="accent1"/>
                </a:solidFill>
              </a:defRPr>
            </a:lvl1pPr>
          </a:lstStyle>
          <a:p>
            <a:r>
              <a:rPr lang="en-US" dirty="0"/>
              <a:t>Click to add Presentation Title</a:t>
            </a:r>
          </a:p>
        </p:txBody>
      </p:sp>
    </p:spTree>
    <p:extLst>
      <p:ext uri="{BB962C8B-B14F-4D97-AF65-F5344CB8AC3E}">
        <p14:creationId xmlns:p14="http://schemas.microsoft.com/office/powerpoint/2010/main" val="2443357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verview">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F227BE32-0205-E84F-BDBB-EF6467178775}"/>
              </a:ext>
            </a:extLst>
          </p:cNvPr>
          <p:cNvSpPr>
            <a:spLocks noGrp="1"/>
          </p:cNvSpPr>
          <p:nvPr>
            <p:ph type="body" sz="quarter" idx="11" hasCustomPrompt="1"/>
          </p:nvPr>
        </p:nvSpPr>
        <p:spPr>
          <a:xfrm>
            <a:off x="4336704" y="1741012"/>
            <a:ext cx="7525333" cy="622904"/>
          </a:xfrm>
          <a:prstGeom prst="rect">
            <a:avLst/>
          </a:prstGeom>
        </p:spPr>
        <p:txBody>
          <a:bodyPr/>
          <a:lstStyle>
            <a:lvl1pPr marL="0" indent="0">
              <a:buNone/>
              <a:defRPr sz="3200" b="1"/>
            </a:lvl1pPr>
          </a:lstStyle>
          <a:p>
            <a:pPr lvl="0"/>
            <a:r>
              <a:rPr lang="en-US" dirty="0"/>
              <a:t>Click to add Subhead</a:t>
            </a:r>
          </a:p>
        </p:txBody>
      </p:sp>
      <p:sp>
        <p:nvSpPr>
          <p:cNvPr id="17" name="Text Placeholder 16">
            <a:extLst>
              <a:ext uri="{FF2B5EF4-FFF2-40B4-BE49-F238E27FC236}">
                <a16:creationId xmlns:a16="http://schemas.microsoft.com/office/drawing/2014/main" id="{7076F031-AF81-DC40-9A1C-C60C9367241C}"/>
              </a:ext>
            </a:extLst>
          </p:cNvPr>
          <p:cNvSpPr>
            <a:spLocks noGrp="1"/>
          </p:cNvSpPr>
          <p:nvPr>
            <p:ph type="body" sz="quarter" idx="12" hasCustomPrompt="1"/>
          </p:nvPr>
        </p:nvSpPr>
        <p:spPr>
          <a:xfrm>
            <a:off x="4328701" y="2560825"/>
            <a:ext cx="7533337" cy="2949193"/>
          </a:xfrm>
          <a:prstGeom prst="rect">
            <a:avLst/>
          </a:prstGeom>
        </p:spPr>
        <p:txBody>
          <a:bodyPr/>
          <a:lstStyle>
            <a:lvl1pPr marL="304792" indent="-296326">
              <a:buClr>
                <a:schemeClr val="accent1"/>
              </a:buClr>
              <a:buSzPct val="100000"/>
              <a:buFont typeface="Wingdings" pitchFamily="2" charset="2"/>
              <a:buChar char="§"/>
              <a:tabLst/>
              <a:defRPr sz="2667"/>
            </a:lvl1pPr>
            <a:lvl2pPr marL="535504" indent="-230712">
              <a:buClr>
                <a:srgbClr val="E46102"/>
              </a:buClr>
              <a:buSzPct val="100000"/>
              <a:buFont typeface="Arial" panose="020B0604020202020204" pitchFamily="34" charset="0"/>
              <a:buChar char="•"/>
              <a:tabLst/>
              <a:defRPr sz="2400"/>
            </a:lvl2pPr>
            <a:lvl3pPr marL="840296" indent="-230712">
              <a:buClr>
                <a:srgbClr val="E46102"/>
              </a:buClr>
              <a:buSzPct val="100000"/>
              <a:buFont typeface="Wingdings" pitchFamily="2" charset="2"/>
              <a:buChar char="§"/>
              <a:tabLst/>
              <a:defRPr sz="2133"/>
            </a:lvl3pPr>
            <a:lvl4pPr marL="1073124" indent="-232828">
              <a:buClr>
                <a:srgbClr val="D95E00"/>
              </a:buClr>
              <a:buFont typeface="System Font Regular"/>
              <a:buChar char="&gt;"/>
              <a:tabLst/>
              <a:defRPr sz="1867"/>
            </a:lvl4pPr>
            <a:lvl5pPr marL="1301717" indent="-228594">
              <a:buClr>
                <a:srgbClr val="D95E00"/>
              </a:buClr>
              <a:buFont typeface="Wingdings" pitchFamily="2" charset="2"/>
              <a:buChar char="§"/>
              <a:tabLst/>
              <a:defRPr sz="1600"/>
            </a:lvl5pPr>
            <a:lvl6pPr marL="1295368" indent="0">
              <a:buClr>
                <a:srgbClr val="D95E00"/>
              </a:buClr>
              <a:buFont typeface="System Font Regular"/>
              <a:buNone/>
              <a:tabLst/>
              <a:defRPr sz="1467"/>
            </a:lvl6pPr>
            <a:lvl7pPr marL="1526078" indent="0">
              <a:buClr>
                <a:srgbClr val="D95E00"/>
              </a:buClr>
              <a:buFont typeface="Wingdings" pitchFamily="2" charset="2"/>
              <a:buNone/>
              <a:tabLst/>
              <a:defRPr sz="1333"/>
            </a:lvl7pPr>
          </a:lstStyle>
          <a:p>
            <a:pPr lvl="0"/>
            <a:r>
              <a:rPr lang="en-US" dirty="0"/>
              <a:t>Click to add bullet</a:t>
            </a:r>
          </a:p>
          <a:p>
            <a:pPr lvl="1"/>
            <a:r>
              <a:rPr lang="en-US" dirty="0"/>
              <a:t>Click to add sub-bullet</a:t>
            </a:r>
          </a:p>
          <a:p>
            <a:pPr lvl="2"/>
            <a:r>
              <a:rPr lang="en-US" dirty="0"/>
              <a:t>Click to add sub-sub-bullet</a:t>
            </a:r>
          </a:p>
        </p:txBody>
      </p:sp>
      <p:sp>
        <p:nvSpPr>
          <p:cNvPr id="19" name="Text Placeholder 18">
            <a:extLst>
              <a:ext uri="{FF2B5EF4-FFF2-40B4-BE49-F238E27FC236}">
                <a16:creationId xmlns:a16="http://schemas.microsoft.com/office/drawing/2014/main" id="{E1383E86-B978-174B-B3F5-A6CC48432624}"/>
              </a:ext>
            </a:extLst>
          </p:cNvPr>
          <p:cNvSpPr>
            <a:spLocks noGrp="1"/>
          </p:cNvSpPr>
          <p:nvPr>
            <p:ph type="body" sz="quarter" idx="13" hasCustomPrompt="1"/>
          </p:nvPr>
        </p:nvSpPr>
        <p:spPr>
          <a:xfrm>
            <a:off x="0" y="5511800"/>
            <a:ext cx="12192000" cy="1346200"/>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cxnSp>
        <p:nvCxnSpPr>
          <p:cNvPr id="10" name="Straight Connector 9">
            <a:extLst>
              <a:ext uri="{FF2B5EF4-FFF2-40B4-BE49-F238E27FC236}">
                <a16:creationId xmlns:a16="http://schemas.microsoft.com/office/drawing/2014/main" id="{F6856AB1-AAB5-DD41-A548-FB33E6E9490C}"/>
              </a:ext>
            </a:extLst>
          </p:cNvPr>
          <p:cNvCxnSpPr/>
          <p:nvPr userDrawn="1"/>
        </p:nvCxnSpPr>
        <p:spPr>
          <a:xfrm>
            <a:off x="272085" y="512494"/>
            <a:ext cx="2674747" cy="0"/>
          </a:xfrm>
          <a:prstGeom prst="line">
            <a:avLst/>
          </a:prstGeom>
          <a:ln>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51BF8741-1247-824C-927C-EC3E8FDB5013}"/>
              </a:ext>
            </a:extLst>
          </p:cNvPr>
          <p:cNvCxnSpPr/>
          <p:nvPr userDrawn="1"/>
        </p:nvCxnSpPr>
        <p:spPr>
          <a:xfrm>
            <a:off x="3376635" y="512494"/>
            <a:ext cx="8485403" cy="0"/>
          </a:xfrm>
          <a:prstGeom prst="line">
            <a:avLst/>
          </a:prstGeom>
          <a:ln w="12700" cmpd="sng">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3" name="Title 2">
            <a:extLst>
              <a:ext uri="{FF2B5EF4-FFF2-40B4-BE49-F238E27FC236}">
                <a16:creationId xmlns:a16="http://schemas.microsoft.com/office/drawing/2014/main" id="{E63B3BD3-FFCD-2847-A680-FC79E81D1E2F}"/>
              </a:ext>
            </a:extLst>
          </p:cNvPr>
          <p:cNvSpPr>
            <a:spLocks noGrp="1"/>
          </p:cNvSpPr>
          <p:nvPr>
            <p:ph type="title" hasCustomPrompt="1"/>
          </p:nvPr>
        </p:nvSpPr>
        <p:spPr>
          <a:xfrm>
            <a:off x="272085" y="984154"/>
            <a:ext cx="3607765" cy="4525843"/>
          </a:xfrm>
          <a:prstGeom prst="rect">
            <a:avLst/>
          </a:prstGeom>
        </p:spPr>
        <p:txBody>
          <a:bodyPr/>
          <a:lstStyle>
            <a:lvl1pPr algn="l">
              <a:defRPr sz="4267" b="1" i="0" baseline="0">
                <a:solidFill>
                  <a:schemeClr val="accent1"/>
                </a:solidFill>
              </a:defRPr>
            </a:lvl1pPr>
          </a:lstStyle>
          <a:p>
            <a:r>
              <a:rPr lang="en-US" dirty="0"/>
              <a:t>Click to add Main Header</a:t>
            </a:r>
          </a:p>
        </p:txBody>
      </p:sp>
    </p:spTree>
    <p:extLst>
      <p:ext uri="{BB962C8B-B14F-4D97-AF65-F5344CB8AC3E}">
        <p14:creationId xmlns:p14="http://schemas.microsoft.com/office/powerpoint/2010/main" val="3589062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4AC8303E-CB79-A645-BEF9-D0CD24C49717}"/>
              </a:ext>
            </a:extLst>
          </p:cNvPr>
          <p:cNvCxnSpPr/>
          <p:nvPr userDrawn="1"/>
        </p:nvCxnSpPr>
        <p:spPr>
          <a:xfrm>
            <a:off x="272085" y="513092"/>
            <a:ext cx="2674747"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FCA4F9A6-C8EF-1F4A-8155-1567273829D2}"/>
              </a:ext>
            </a:extLst>
          </p:cNvPr>
          <p:cNvCxnSpPr/>
          <p:nvPr userDrawn="1"/>
        </p:nvCxnSpPr>
        <p:spPr>
          <a:xfrm>
            <a:off x="3376635" y="513092"/>
            <a:ext cx="8485403" cy="0"/>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9" name="Text Placeholder 18">
            <a:extLst>
              <a:ext uri="{FF2B5EF4-FFF2-40B4-BE49-F238E27FC236}">
                <a16:creationId xmlns:a16="http://schemas.microsoft.com/office/drawing/2014/main" id="{E1383E86-B978-174B-B3F5-A6CC48432624}"/>
              </a:ext>
            </a:extLst>
          </p:cNvPr>
          <p:cNvSpPr>
            <a:spLocks noGrp="1"/>
          </p:cNvSpPr>
          <p:nvPr>
            <p:ph type="body" sz="quarter" idx="13" hasCustomPrompt="1"/>
          </p:nvPr>
        </p:nvSpPr>
        <p:spPr>
          <a:xfrm>
            <a:off x="0" y="5511801"/>
            <a:ext cx="12192000" cy="1401233"/>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sp>
        <p:nvSpPr>
          <p:cNvPr id="26" name="Text Placeholder 25">
            <a:extLst>
              <a:ext uri="{FF2B5EF4-FFF2-40B4-BE49-F238E27FC236}">
                <a16:creationId xmlns:a16="http://schemas.microsoft.com/office/drawing/2014/main" id="{D06909BC-83A5-ED42-AE34-D78DAEC3F249}"/>
              </a:ext>
            </a:extLst>
          </p:cNvPr>
          <p:cNvSpPr>
            <a:spLocks noGrp="1"/>
          </p:cNvSpPr>
          <p:nvPr>
            <p:ph type="body" sz="quarter" idx="15" hasCustomPrompt="1"/>
          </p:nvPr>
        </p:nvSpPr>
        <p:spPr>
          <a:xfrm>
            <a:off x="272085" y="1744225"/>
            <a:ext cx="11589952" cy="3767575"/>
          </a:xfrm>
          <a:prstGeom prst="rect">
            <a:avLst/>
          </a:prstGeom>
        </p:spPr>
        <p:txBody>
          <a:bodyPr/>
          <a:lstStyle>
            <a:lvl1pPr marL="304792" indent="-304792">
              <a:buClr>
                <a:schemeClr val="accent1"/>
              </a:buClr>
              <a:buSzPct val="100000"/>
              <a:buFont typeface="Wingdings" pitchFamily="2" charset="2"/>
              <a:buChar char="§"/>
              <a:tabLst/>
              <a:defRPr sz="3200" b="1"/>
            </a:lvl1pPr>
            <a:lvl2pPr marL="609585" indent="-304792">
              <a:buClr>
                <a:srgbClr val="E46102"/>
              </a:buClr>
              <a:buFont typeface="Arial" panose="020B0604020202020204" pitchFamily="34" charset="0"/>
              <a:buChar char="•"/>
              <a:tabLst/>
              <a:defRPr sz="2667"/>
            </a:lvl2pPr>
            <a:lvl3pPr marL="914377" indent="-304792">
              <a:buClr>
                <a:srgbClr val="E46102"/>
              </a:buClr>
              <a:buSzPct val="100000"/>
              <a:buFont typeface="Wingdings" pitchFamily="2" charset="2"/>
              <a:buChar char="§"/>
              <a:tabLst/>
              <a:defRPr sz="2400"/>
            </a:lvl3pPr>
            <a:lvl4pPr marL="1221287" indent="-306910">
              <a:buClr>
                <a:srgbClr val="D95E00"/>
              </a:buClr>
              <a:buFont typeface="System Font Regular"/>
              <a:buChar char="&gt;"/>
              <a:tabLst/>
              <a:defRPr sz="2133"/>
            </a:lvl4pPr>
            <a:lvl5pPr marL="1526079" indent="-304792">
              <a:buClr>
                <a:srgbClr val="D95E00"/>
              </a:buClr>
              <a:buFont typeface="Wingdings" pitchFamily="2" charset="2"/>
              <a:buChar char="§"/>
              <a:tabLst/>
              <a:defRPr sz="1867"/>
            </a:lvl5pPr>
            <a:lvl6pPr marL="1756789" indent="-230712">
              <a:buClr>
                <a:srgbClr val="D95E00"/>
              </a:buClr>
              <a:buFont typeface="System Font Regular"/>
              <a:buChar char="&gt;"/>
              <a:tabLst/>
              <a:defRPr sz="1600"/>
            </a:lvl6pPr>
            <a:lvl7pPr marL="1904952" indent="-148163">
              <a:buClr>
                <a:srgbClr val="D95E00"/>
              </a:buClr>
              <a:buFont typeface="Wingdings" pitchFamily="2" charset="2"/>
              <a:buChar char="§"/>
              <a:tabLst/>
              <a:defRPr sz="1333"/>
            </a:lvl7pPr>
            <a:lvl8pPr marL="2061582" indent="-156629">
              <a:buClr>
                <a:srgbClr val="D95E00"/>
              </a:buClr>
              <a:buFont typeface="System Font Regular"/>
              <a:buChar char="&gt;"/>
              <a:tabLst/>
              <a:defRPr sz="1200"/>
            </a:lvl8pPr>
          </a:lstStyle>
          <a:p>
            <a:pPr lvl="0"/>
            <a:r>
              <a:rPr lang="en-US" dirty="0"/>
              <a:t>Click to add bullet</a:t>
            </a:r>
          </a:p>
          <a:p>
            <a:pPr lvl="1"/>
            <a:r>
              <a:rPr lang="en-US" dirty="0"/>
              <a:t>Click to add sub-bullet</a:t>
            </a:r>
          </a:p>
          <a:p>
            <a:pPr lvl="2"/>
            <a:r>
              <a:rPr lang="en-US" dirty="0"/>
              <a:t>Click to add sub-sub bullet</a:t>
            </a:r>
          </a:p>
        </p:txBody>
      </p:sp>
      <p:sp>
        <p:nvSpPr>
          <p:cNvPr id="2" name="Title 1">
            <a:extLst>
              <a:ext uri="{FF2B5EF4-FFF2-40B4-BE49-F238E27FC236}">
                <a16:creationId xmlns:a16="http://schemas.microsoft.com/office/drawing/2014/main" id="{73FD7795-12BD-2D42-B73A-5BFF0F917929}"/>
              </a:ext>
            </a:extLst>
          </p:cNvPr>
          <p:cNvSpPr>
            <a:spLocks noGrp="1"/>
          </p:cNvSpPr>
          <p:nvPr>
            <p:ph type="title" hasCustomPrompt="1"/>
          </p:nvPr>
        </p:nvSpPr>
        <p:spPr>
          <a:xfrm>
            <a:off x="272085" y="958452"/>
            <a:ext cx="10355658" cy="696384"/>
          </a:xfrm>
          <a:prstGeom prst="rect">
            <a:avLst/>
          </a:prstGeom>
        </p:spPr>
        <p:txBody>
          <a:bodyPr/>
          <a:lstStyle>
            <a:lvl1pPr algn="l">
              <a:defRPr sz="3733" b="1" i="0" baseline="0">
                <a:solidFill>
                  <a:schemeClr val="accent1"/>
                </a:solidFill>
              </a:defRPr>
            </a:lvl1pPr>
          </a:lstStyle>
          <a:p>
            <a:r>
              <a:rPr lang="en-US" dirty="0"/>
              <a:t>Click to add Header</a:t>
            </a:r>
          </a:p>
        </p:txBody>
      </p:sp>
    </p:spTree>
    <p:extLst>
      <p:ext uri="{BB962C8B-B14F-4D97-AF65-F5344CB8AC3E}">
        <p14:creationId xmlns:p14="http://schemas.microsoft.com/office/powerpoint/2010/main" val="867405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ull-Page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ACF15DD-277E-394F-AFCE-926578BEF7F1}"/>
              </a:ext>
            </a:extLst>
          </p:cNvPr>
          <p:cNvCxnSpPr/>
          <p:nvPr userDrawn="1"/>
        </p:nvCxnSpPr>
        <p:spPr>
          <a:xfrm>
            <a:off x="272085" y="513092"/>
            <a:ext cx="2674747"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62D8B4FE-5E61-2942-9F67-A4F6AD7FECA1}"/>
              </a:ext>
            </a:extLst>
          </p:cNvPr>
          <p:cNvCxnSpPr/>
          <p:nvPr userDrawn="1"/>
        </p:nvCxnSpPr>
        <p:spPr>
          <a:xfrm>
            <a:off x="3376635" y="513092"/>
            <a:ext cx="8485403" cy="0"/>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ext Placeholder 18">
            <a:extLst>
              <a:ext uri="{FF2B5EF4-FFF2-40B4-BE49-F238E27FC236}">
                <a16:creationId xmlns:a16="http://schemas.microsoft.com/office/drawing/2014/main" id="{62AB3FC8-2388-7847-86DB-E5B5333EACF3}"/>
              </a:ext>
            </a:extLst>
          </p:cNvPr>
          <p:cNvSpPr>
            <a:spLocks noGrp="1"/>
          </p:cNvSpPr>
          <p:nvPr>
            <p:ph type="body" sz="quarter" idx="13" hasCustomPrompt="1"/>
          </p:nvPr>
        </p:nvSpPr>
        <p:spPr>
          <a:xfrm>
            <a:off x="0" y="5511801"/>
            <a:ext cx="12192000" cy="1401233"/>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sp>
        <p:nvSpPr>
          <p:cNvPr id="7" name="Content Placeholder 18">
            <a:extLst>
              <a:ext uri="{FF2B5EF4-FFF2-40B4-BE49-F238E27FC236}">
                <a16:creationId xmlns:a16="http://schemas.microsoft.com/office/drawing/2014/main" id="{E61379B3-CA22-7E42-8FE3-E2D09D721962}"/>
              </a:ext>
            </a:extLst>
          </p:cNvPr>
          <p:cNvSpPr>
            <a:spLocks noGrp="1"/>
          </p:cNvSpPr>
          <p:nvPr>
            <p:ph sz="quarter" idx="16" hasCustomPrompt="1"/>
          </p:nvPr>
        </p:nvSpPr>
        <p:spPr>
          <a:xfrm>
            <a:off x="272085" y="863428"/>
            <a:ext cx="11589952" cy="4639906"/>
          </a:xfrm>
          <a:prstGeom prst="rect">
            <a:avLst/>
          </a:prstGeom>
        </p:spPr>
        <p:txBody>
          <a:bodyPr anchor="t"/>
          <a:lstStyle>
            <a:lvl1pPr marL="0" indent="0" algn="ctr">
              <a:buNone/>
              <a:defRPr i="1"/>
            </a:lvl1pPr>
          </a:lstStyle>
          <a:p>
            <a:pPr lvl="0"/>
            <a:r>
              <a:rPr lang="en-US" dirty="0"/>
              <a:t>Place image/chart here</a:t>
            </a:r>
          </a:p>
        </p:txBody>
      </p:sp>
    </p:spTree>
    <p:extLst>
      <p:ext uri="{BB962C8B-B14F-4D97-AF65-F5344CB8AC3E}">
        <p14:creationId xmlns:p14="http://schemas.microsoft.com/office/powerpoint/2010/main" val="823253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B44EEE75-1C0C-DF43-8A1A-F55F70A0076A}"/>
              </a:ext>
            </a:extLst>
          </p:cNvPr>
          <p:cNvCxnSpPr/>
          <p:nvPr userDrawn="1"/>
        </p:nvCxnSpPr>
        <p:spPr>
          <a:xfrm>
            <a:off x="272085" y="513092"/>
            <a:ext cx="2674747"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933C26C-CF75-E04A-98EB-7AEC198CFEE8}"/>
              </a:ext>
            </a:extLst>
          </p:cNvPr>
          <p:cNvCxnSpPr/>
          <p:nvPr userDrawn="1"/>
        </p:nvCxnSpPr>
        <p:spPr>
          <a:xfrm>
            <a:off x="3376635" y="513092"/>
            <a:ext cx="8485403" cy="0"/>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ext Placeholder 18">
            <a:extLst>
              <a:ext uri="{FF2B5EF4-FFF2-40B4-BE49-F238E27FC236}">
                <a16:creationId xmlns:a16="http://schemas.microsoft.com/office/drawing/2014/main" id="{AD0B3782-2422-A544-AEA8-0DA96AAE5510}"/>
              </a:ext>
            </a:extLst>
          </p:cNvPr>
          <p:cNvSpPr>
            <a:spLocks noGrp="1"/>
          </p:cNvSpPr>
          <p:nvPr>
            <p:ph type="body" sz="quarter" idx="13" hasCustomPrompt="1"/>
          </p:nvPr>
        </p:nvSpPr>
        <p:spPr>
          <a:xfrm>
            <a:off x="0" y="5511801"/>
            <a:ext cx="12192000" cy="1401233"/>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sp>
        <p:nvSpPr>
          <p:cNvPr id="14" name="Content Placeholder 18">
            <a:extLst>
              <a:ext uri="{FF2B5EF4-FFF2-40B4-BE49-F238E27FC236}">
                <a16:creationId xmlns:a16="http://schemas.microsoft.com/office/drawing/2014/main" id="{D44BC06C-7E1C-4845-973D-DCD63FB136FA}"/>
              </a:ext>
            </a:extLst>
          </p:cNvPr>
          <p:cNvSpPr>
            <a:spLocks noGrp="1"/>
          </p:cNvSpPr>
          <p:nvPr>
            <p:ph sz="quarter" idx="15" hasCustomPrompt="1"/>
          </p:nvPr>
        </p:nvSpPr>
        <p:spPr>
          <a:xfrm>
            <a:off x="6256867" y="863692"/>
            <a:ext cx="5604933" cy="4639642"/>
          </a:xfrm>
          <a:prstGeom prst="rect">
            <a:avLst/>
          </a:prstGeom>
        </p:spPr>
        <p:txBody>
          <a:bodyPr anchor="t"/>
          <a:lstStyle>
            <a:lvl1pPr marL="0" indent="0" algn="ctr">
              <a:buNone/>
              <a:defRPr i="1"/>
            </a:lvl1pPr>
          </a:lstStyle>
          <a:p>
            <a:pPr lvl="0"/>
            <a:r>
              <a:rPr lang="en-US" dirty="0"/>
              <a:t>Place image/chart here</a:t>
            </a:r>
          </a:p>
        </p:txBody>
      </p:sp>
      <p:sp>
        <p:nvSpPr>
          <p:cNvPr id="15" name="Content Placeholder 18">
            <a:extLst>
              <a:ext uri="{FF2B5EF4-FFF2-40B4-BE49-F238E27FC236}">
                <a16:creationId xmlns:a16="http://schemas.microsoft.com/office/drawing/2014/main" id="{AA93BCA3-E265-CD4C-9883-62DC1D15F3D7}"/>
              </a:ext>
            </a:extLst>
          </p:cNvPr>
          <p:cNvSpPr>
            <a:spLocks noGrp="1"/>
          </p:cNvSpPr>
          <p:nvPr>
            <p:ph sz="quarter" idx="16" hasCustomPrompt="1"/>
          </p:nvPr>
        </p:nvSpPr>
        <p:spPr>
          <a:xfrm>
            <a:off x="272085" y="863428"/>
            <a:ext cx="5612248" cy="4639906"/>
          </a:xfrm>
          <a:prstGeom prst="rect">
            <a:avLst/>
          </a:prstGeom>
        </p:spPr>
        <p:txBody>
          <a:bodyPr anchor="t"/>
          <a:lstStyle>
            <a:lvl1pPr marL="0" indent="0" algn="ctr">
              <a:buNone/>
              <a:defRPr i="1"/>
            </a:lvl1pPr>
          </a:lstStyle>
          <a:p>
            <a:pPr lvl="0"/>
            <a:r>
              <a:rPr lang="en-US" dirty="0"/>
              <a:t>Place image/chart here</a:t>
            </a:r>
          </a:p>
        </p:txBody>
      </p:sp>
    </p:spTree>
    <p:extLst>
      <p:ext uri="{BB962C8B-B14F-4D97-AF65-F5344CB8AC3E}">
        <p14:creationId xmlns:p14="http://schemas.microsoft.com/office/powerpoint/2010/main" val="1267019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06E70DBF-129D-BB48-BBFF-08F62952F603}"/>
              </a:ext>
            </a:extLst>
          </p:cNvPr>
          <p:cNvCxnSpPr/>
          <p:nvPr userDrawn="1"/>
        </p:nvCxnSpPr>
        <p:spPr>
          <a:xfrm>
            <a:off x="272085" y="513092"/>
            <a:ext cx="2674747"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BFE58E4D-9595-E14C-8259-3EDBF9F54A84}"/>
              </a:ext>
            </a:extLst>
          </p:cNvPr>
          <p:cNvCxnSpPr/>
          <p:nvPr userDrawn="1"/>
        </p:nvCxnSpPr>
        <p:spPr>
          <a:xfrm>
            <a:off x="3376635" y="513092"/>
            <a:ext cx="8485403" cy="0"/>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4" name="Text Placeholder 18">
            <a:extLst>
              <a:ext uri="{FF2B5EF4-FFF2-40B4-BE49-F238E27FC236}">
                <a16:creationId xmlns:a16="http://schemas.microsoft.com/office/drawing/2014/main" id="{9CF2F8B1-9E2E-5040-B217-FCC725F9667F}"/>
              </a:ext>
            </a:extLst>
          </p:cNvPr>
          <p:cNvSpPr>
            <a:spLocks noGrp="1"/>
          </p:cNvSpPr>
          <p:nvPr>
            <p:ph type="body" sz="quarter" idx="13" hasCustomPrompt="1"/>
          </p:nvPr>
        </p:nvSpPr>
        <p:spPr>
          <a:xfrm>
            <a:off x="0" y="5511801"/>
            <a:ext cx="12192000" cy="1401233"/>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sp>
        <p:nvSpPr>
          <p:cNvPr id="17" name="Text Placeholder 16">
            <a:extLst>
              <a:ext uri="{FF2B5EF4-FFF2-40B4-BE49-F238E27FC236}">
                <a16:creationId xmlns:a16="http://schemas.microsoft.com/office/drawing/2014/main" id="{8BFBAF58-1BBE-824B-9BD9-DF65670E97E9}"/>
              </a:ext>
            </a:extLst>
          </p:cNvPr>
          <p:cNvSpPr>
            <a:spLocks noGrp="1"/>
          </p:cNvSpPr>
          <p:nvPr>
            <p:ph type="body" sz="quarter" idx="14" hasCustomPrompt="1"/>
          </p:nvPr>
        </p:nvSpPr>
        <p:spPr>
          <a:xfrm>
            <a:off x="264584" y="1873340"/>
            <a:ext cx="3471333" cy="3638461"/>
          </a:xfrm>
          <a:prstGeom prst="rect">
            <a:avLst/>
          </a:prstGeom>
        </p:spPr>
        <p:txBody>
          <a:bodyPr/>
          <a:lstStyle>
            <a:lvl1pPr marL="0" indent="0">
              <a:buNone/>
              <a:defRPr sz="2667"/>
            </a:lvl1pPr>
          </a:lstStyle>
          <a:p>
            <a:pPr lvl="0"/>
            <a:r>
              <a:rPr lang="en-US" dirty="0"/>
              <a:t>Click to add caption</a:t>
            </a:r>
          </a:p>
        </p:txBody>
      </p:sp>
      <p:sp>
        <p:nvSpPr>
          <p:cNvPr id="19" name="Content Placeholder 18">
            <a:extLst>
              <a:ext uri="{FF2B5EF4-FFF2-40B4-BE49-F238E27FC236}">
                <a16:creationId xmlns:a16="http://schemas.microsoft.com/office/drawing/2014/main" id="{80FC676F-AD0F-3045-85E2-F41B9DF0A6F3}"/>
              </a:ext>
            </a:extLst>
          </p:cNvPr>
          <p:cNvSpPr>
            <a:spLocks noGrp="1"/>
          </p:cNvSpPr>
          <p:nvPr>
            <p:ph sz="quarter" idx="15" hasCustomPrompt="1"/>
          </p:nvPr>
        </p:nvSpPr>
        <p:spPr>
          <a:xfrm>
            <a:off x="4000501" y="863692"/>
            <a:ext cx="7861300" cy="4639642"/>
          </a:xfrm>
          <a:prstGeom prst="rect">
            <a:avLst/>
          </a:prstGeom>
        </p:spPr>
        <p:txBody>
          <a:bodyPr anchor="t"/>
          <a:lstStyle>
            <a:lvl1pPr marL="0" indent="0" algn="ctr">
              <a:buNone/>
              <a:defRPr i="1"/>
            </a:lvl1pPr>
          </a:lstStyle>
          <a:p>
            <a:pPr lvl="0"/>
            <a:r>
              <a:rPr lang="en-US" dirty="0"/>
              <a:t>Place image/chart here</a:t>
            </a:r>
          </a:p>
        </p:txBody>
      </p:sp>
      <p:sp>
        <p:nvSpPr>
          <p:cNvPr id="2" name="Title 1">
            <a:extLst>
              <a:ext uri="{FF2B5EF4-FFF2-40B4-BE49-F238E27FC236}">
                <a16:creationId xmlns:a16="http://schemas.microsoft.com/office/drawing/2014/main" id="{58D9BD4C-94EB-2343-8337-134562E2917A}"/>
              </a:ext>
            </a:extLst>
          </p:cNvPr>
          <p:cNvSpPr>
            <a:spLocks noGrp="1"/>
          </p:cNvSpPr>
          <p:nvPr>
            <p:ph type="title" hasCustomPrompt="1"/>
          </p:nvPr>
        </p:nvSpPr>
        <p:spPr>
          <a:xfrm>
            <a:off x="264584" y="862676"/>
            <a:ext cx="3471333" cy="803182"/>
          </a:xfrm>
          <a:prstGeom prst="rect">
            <a:avLst/>
          </a:prstGeom>
        </p:spPr>
        <p:txBody>
          <a:bodyPr/>
          <a:lstStyle>
            <a:lvl1pPr algn="l">
              <a:defRPr sz="4267" b="1" i="0" baseline="0">
                <a:solidFill>
                  <a:schemeClr val="accent1"/>
                </a:solidFill>
              </a:defRPr>
            </a:lvl1pPr>
          </a:lstStyle>
          <a:p>
            <a:r>
              <a:rPr lang="en-US" dirty="0"/>
              <a:t>Main Header</a:t>
            </a:r>
          </a:p>
        </p:txBody>
      </p:sp>
    </p:spTree>
    <p:extLst>
      <p:ext uri="{BB962C8B-B14F-4D97-AF65-F5344CB8AC3E}">
        <p14:creationId xmlns:p14="http://schemas.microsoft.com/office/powerpoint/2010/main" val="1030281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ransition">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581FDB69-C179-3341-AEF3-D2B3896FB825}"/>
              </a:ext>
            </a:extLst>
          </p:cNvPr>
          <p:cNvCxnSpPr/>
          <p:nvPr userDrawn="1"/>
        </p:nvCxnSpPr>
        <p:spPr>
          <a:xfrm>
            <a:off x="272085" y="513091"/>
            <a:ext cx="2674747" cy="0"/>
          </a:xfrm>
          <a:prstGeom prst="line">
            <a:avLst/>
          </a:prstGeom>
          <a:ln>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58ECA973-8475-EF41-8C88-BE7633966CF5}"/>
              </a:ext>
            </a:extLst>
          </p:cNvPr>
          <p:cNvCxnSpPr/>
          <p:nvPr userDrawn="1"/>
        </p:nvCxnSpPr>
        <p:spPr>
          <a:xfrm>
            <a:off x="3376635" y="513091"/>
            <a:ext cx="8485403" cy="0"/>
          </a:xfrm>
          <a:prstGeom prst="line">
            <a:avLst/>
          </a:prstGeom>
          <a:ln w="12700" cmpd="sng">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8" name="Text Placeholder 18">
            <a:extLst>
              <a:ext uri="{FF2B5EF4-FFF2-40B4-BE49-F238E27FC236}">
                <a16:creationId xmlns:a16="http://schemas.microsoft.com/office/drawing/2014/main" id="{7DF7C01A-B350-7B45-A49E-C3717CC86D08}"/>
              </a:ext>
            </a:extLst>
          </p:cNvPr>
          <p:cNvSpPr>
            <a:spLocks noGrp="1"/>
          </p:cNvSpPr>
          <p:nvPr>
            <p:ph type="body" sz="quarter" idx="14" hasCustomPrompt="1"/>
          </p:nvPr>
        </p:nvSpPr>
        <p:spPr>
          <a:xfrm>
            <a:off x="0" y="5511801"/>
            <a:ext cx="12192000" cy="1401233"/>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pic>
        <p:nvPicPr>
          <p:cNvPr id="9" name="Picture 8">
            <a:extLst>
              <a:ext uri="{FF2B5EF4-FFF2-40B4-BE49-F238E27FC236}">
                <a16:creationId xmlns:a16="http://schemas.microsoft.com/office/drawing/2014/main" id="{1282F3CD-3D17-914E-88EA-A50C55E2370A}"/>
              </a:ext>
            </a:extLst>
          </p:cNvPr>
          <p:cNvPicPr>
            <a:picLocks noChangeAspect="1"/>
          </p:cNvPicPr>
          <p:nvPr userDrawn="1"/>
        </p:nvPicPr>
        <p:blipFill>
          <a:blip r:embed="rId2"/>
          <a:stretch>
            <a:fillRect/>
          </a:stretch>
        </p:blipFill>
        <p:spPr>
          <a:xfrm>
            <a:off x="358433" y="198708"/>
            <a:ext cx="556192" cy="218591"/>
          </a:xfrm>
          <a:prstGeom prst="rect">
            <a:avLst/>
          </a:prstGeom>
        </p:spPr>
      </p:pic>
      <p:sp>
        <p:nvSpPr>
          <p:cNvPr id="2" name="Title 1">
            <a:extLst>
              <a:ext uri="{FF2B5EF4-FFF2-40B4-BE49-F238E27FC236}">
                <a16:creationId xmlns:a16="http://schemas.microsoft.com/office/drawing/2014/main" id="{C9CC0E3C-2123-DD4D-931C-F62C3737E69F}"/>
              </a:ext>
            </a:extLst>
          </p:cNvPr>
          <p:cNvSpPr>
            <a:spLocks noGrp="1"/>
          </p:cNvSpPr>
          <p:nvPr>
            <p:ph type="title" hasCustomPrompt="1"/>
          </p:nvPr>
        </p:nvSpPr>
        <p:spPr>
          <a:xfrm>
            <a:off x="272085" y="3987798"/>
            <a:ext cx="11589952" cy="1524000"/>
          </a:xfrm>
          <a:prstGeom prst="rect">
            <a:avLst/>
          </a:prstGeom>
        </p:spPr>
        <p:txBody>
          <a:bodyPr/>
          <a:lstStyle>
            <a:lvl1pPr algn="l">
              <a:defRPr sz="5330" b="1" i="0" baseline="0"/>
            </a:lvl1pPr>
          </a:lstStyle>
          <a:p>
            <a:r>
              <a:rPr lang="en-US" dirty="0"/>
              <a:t>Click to add Transition Title</a:t>
            </a:r>
          </a:p>
        </p:txBody>
      </p:sp>
    </p:spTree>
    <p:extLst>
      <p:ext uri="{BB962C8B-B14F-4D97-AF65-F5344CB8AC3E}">
        <p14:creationId xmlns:p14="http://schemas.microsoft.com/office/powerpoint/2010/main" val="2237931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or End Slid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17F9755-C0DA-B244-B730-B308E60924F8}"/>
              </a:ext>
            </a:extLst>
          </p:cNvPr>
          <p:cNvSpPr/>
          <p:nvPr userDrawn="1"/>
        </p:nvSpPr>
        <p:spPr>
          <a:xfrm>
            <a:off x="0" y="0"/>
            <a:ext cx="12188952" cy="6858000"/>
          </a:xfrm>
          <a:prstGeom prst="rect">
            <a:avLst/>
          </a:prstGeom>
          <a:solidFill>
            <a:srgbClr val="E46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dirty="0">
              <a:solidFill>
                <a:schemeClr val="accent1"/>
              </a:solidFill>
            </a:endParaRPr>
          </a:p>
        </p:txBody>
      </p:sp>
      <p:cxnSp>
        <p:nvCxnSpPr>
          <p:cNvPr id="12" name="Straight Connector 11">
            <a:extLst>
              <a:ext uri="{FF2B5EF4-FFF2-40B4-BE49-F238E27FC236}">
                <a16:creationId xmlns:a16="http://schemas.microsoft.com/office/drawing/2014/main" id="{257FF2CB-58B7-5049-BADD-41D07A0154D8}"/>
              </a:ext>
            </a:extLst>
          </p:cNvPr>
          <p:cNvCxnSpPr/>
          <p:nvPr userDrawn="1"/>
        </p:nvCxnSpPr>
        <p:spPr>
          <a:xfrm>
            <a:off x="272085" y="513091"/>
            <a:ext cx="2674747" cy="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B5B524D-D7AF-4B4A-B485-6A922EDBF1D0}"/>
              </a:ext>
            </a:extLst>
          </p:cNvPr>
          <p:cNvCxnSpPr/>
          <p:nvPr userDrawn="1"/>
        </p:nvCxnSpPr>
        <p:spPr>
          <a:xfrm>
            <a:off x="3376635" y="513091"/>
            <a:ext cx="8485403" cy="0"/>
          </a:xfrm>
          <a:prstGeom prst="line">
            <a:avLst/>
          </a:prstGeom>
          <a:ln w="12700"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6" name="Text Placeholder 18">
            <a:extLst>
              <a:ext uri="{FF2B5EF4-FFF2-40B4-BE49-F238E27FC236}">
                <a16:creationId xmlns:a16="http://schemas.microsoft.com/office/drawing/2014/main" id="{079EB260-1A7B-174A-AA51-12AAD061D7C6}"/>
              </a:ext>
            </a:extLst>
          </p:cNvPr>
          <p:cNvSpPr>
            <a:spLocks noGrp="1"/>
          </p:cNvSpPr>
          <p:nvPr>
            <p:ph type="body" sz="quarter" idx="14" hasCustomPrompt="1"/>
          </p:nvPr>
        </p:nvSpPr>
        <p:spPr>
          <a:xfrm>
            <a:off x="0" y="5511801"/>
            <a:ext cx="12192000" cy="1401233"/>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pic>
        <p:nvPicPr>
          <p:cNvPr id="8" name="Picture 7">
            <a:extLst>
              <a:ext uri="{FF2B5EF4-FFF2-40B4-BE49-F238E27FC236}">
                <a16:creationId xmlns:a16="http://schemas.microsoft.com/office/drawing/2014/main" id="{519EDA26-0ACE-9A47-99A2-05436A5D85B4}"/>
              </a:ext>
            </a:extLst>
          </p:cNvPr>
          <p:cNvPicPr>
            <a:picLocks noChangeAspect="1"/>
          </p:cNvPicPr>
          <p:nvPr userDrawn="1"/>
        </p:nvPicPr>
        <p:blipFill>
          <a:blip r:embed="rId2"/>
          <a:stretch>
            <a:fillRect/>
          </a:stretch>
        </p:blipFill>
        <p:spPr>
          <a:xfrm>
            <a:off x="358433" y="198708"/>
            <a:ext cx="556192" cy="218591"/>
          </a:xfrm>
          <a:prstGeom prst="rect">
            <a:avLst/>
          </a:prstGeom>
        </p:spPr>
      </p:pic>
      <p:sp>
        <p:nvSpPr>
          <p:cNvPr id="2" name="Title 1">
            <a:extLst>
              <a:ext uri="{FF2B5EF4-FFF2-40B4-BE49-F238E27FC236}">
                <a16:creationId xmlns:a16="http://schemas.microsoft.com/office/drawing/2014/main" id="{21A29C41-3442-1A46-B586-6B645C5B9FCD}"/>
              </a:ext>
            </a:extLst>
          </p:cNvPr>
          <p:cNvSpPr>
            <a:spLocks noGrp="1"/>
          </p:cNvSpPr>
          <p:nvPr>
            <p:ph type="title" hasCustomPrompt="1"/>
          </p:nvPr>
        </p:nvSpPr>
        <p:spPr>
          <a:xfrm>
            <a:off x="272085" y="4256023"/>
            <a:ext cx="11589952" cy="1253062"/>
          </a:xfrm>
          <a:prstGeom prst="rect">
            <a:avLst/>
          </a:prstGeom>
        </p:spPr>
        <p:txBody>
          <a:bodyPr/>
          <a:lstStyle>
            <a:lvl1pPr algn="l">
              <a:defRPr sz="7200" b="1" i="0" baseline="0">
                <a:solidFill>
                  <a:schemeClr val="bg1"/>
                </a:solidFill>
              </a:defRPr>
            </a:lvl1pPr>
          </a:lstStyle>
          <a:p>
            <a:r>
              <a:rPr lang="en-US" dirty="0"/>
              <a:t>Click to add Section Title</a:t>
            </a:r>
          </a:p>
        </p:txBody>
      </p:sp>
    </p:spTree>
    <p:extLst>
      <p:ext uri="{BB962C8B-B14F-4D97-AF65-F5344CB8AC3E}">
        <p14:creationId xmlns:p14="http://schemas.microsoft.com/office/powerpoint/2010/main" val="1732084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emf"/><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Box 12"/>
          <p:cNvSpPr txBox="1"/>
          <p:nvPr/>
        </p:nvSpPr>
        <p:spPr>
          <a:xfrm>
            <a:off x="11476827" y="257543"/>
            <a:ext cx="1241077" cy="240066"/>
          </a:xfrm>
          <a:prstGeom prst="rect">
            <a:avLst/>
          </a:prstGeom>
          <a:noFill/>
        </p:spPr>
        <p:txBody>
          <a:bodyPr vert="horz" wrap="square" rtlCol="0">
            <a:spAutoFit/>
          </a:bodyPr>
          <a:lstStyle/>
          <a:p>
            <a:pPr algn="l">
              <a:lnSpc>
                <a:spcPct val="80000"/>
              </a:lnSpc>
            </a:pPr>
            <a:r>
              <a:rPr lang="en-US" sz="1200" dirty="0">
                <a:latin typeface="Georgia"/>
                <a:cs typeface="Georgia"/>
              </a:rPr>
              <a:t>|  </a:t>
            </a:r>
            <a:fld id="{606D2650-017B-BC48-A893-0334FE68CCF7}" type="slidenum">
              <a:rPr lang="en-US" sz="1133" smtClean="0">
                <a:latin typeface="Arial" panose="020B0604020202020204" pitchFamily="34" charset="0"/>
                <a:cs typeface="Arial" panose="020B0604020202020204" pitchFamily="34" charset="0"/>
              </a:rPr>
              <a:pPr algn="l">
                <a:lnSpc>
                  <a:spcPct val="80000"/>
                </a:lnSpc>
              </a:pPr>
              <a:t>‹#›</a:t>
            </a:fld>
            <a:endParaRPr lang="en-US" sz="1133" dirty="0">
              <a:solidFill>
                <a:srgbClr val="000000"/>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BED145F7-0212-424C-84CF-3AAA37DF7A2C}"/>
              </a:ext>
            </a:extLst>
          </p:cNvPr>
          <p:cNvPicPr>
            <a:picLocks noChangeAspect="1"/>
          </p:cNvPicPr>
          <p:nvPr userDrawn="1"/>
        </p:nvPicPr>
        <p:blipFill>
          <a:blip r:embed="rId10"/>
          <a:stretch>
            <a:fillRect/>
          </a:stretch>
        </p:blipFill>
        <p:spPr>
          <a:xfrm>
            <a:off x="358433" y="198708"/>
            <a:ext cx="556192" cy="218591"/>
          </a:xfrm>
          <a:prstGeom prst="rect">
            <a:avLst/>
          </a:prstGeom>
        </p:spPr>
      </p:pic>
      <p:pic>
        <p:nvPicPr>
          <p:cNvPr id="10" name="Picture 9">
            <a:extLst>
              <a:ext uri="{FF2B5EF4-FFF2-40B4-BE49-F238E27FC236}">
                <a16:creationId xmlns:a16="http://schemas.microsoft.com/office/drawing/2014/main" id="{2CF6F6C9-18D5-3341-8495-872E5DE457C6}"/>
              </a:ext>
            </a:extLst>
          </p:cNvPr>
          <p:cNvPicPr>
            <a:picLocks noChangeAspect="1"/>
          </p:cNvPicPr>
          <p:nvPr userDrawn="1"/>
        </p:nvPicPr>
        <p:blipFill>
          <a:blip r:embed="rId11"/>
          <a:stretch>
            <a:fillRect/>
          </a:stretch>
        </p:blipFill>
        <p:spPr>
          <a:xfrm>
            <a:off x="9218566" y="304811"/>
            <a:ext cx="2258261" cy="134956"/>
          </a:xfrm>
          <a:prstGeom prst="rect">
            <a:avLst/>
          </a:prstGeom>
        </p:spPr>
      </p:pic>
    </p:spTree>
    <p:extLst>
      <p:ext uri="{BB962C8B-B14F-4D97-AF65-F5344CB8AC3E}">
        <p14:creationId xmlns:p14="http://schemas.microsoft.com/office/powerpoint/2010/main" val="1699808712"/>
      </p:ext>
    </p:extLst>
  </p:cSld>
  <p:clrMap bg1="lt1" tx1="dk1" bg2="lt2" tx2="dk2" accent1="accent1" accent2="accent2" accent3="accent3" accent4="accent4" accent5="accent5" accent6="accent6" hlink="hlink" folHlink="folHlink"/>
  <p:sldLayoutIdLst>
    <p:sldLayoutId id="2147483665" r:id="rId1"/>
    <p:sldLayoutId id="2147483677" r:id="rId2"/>
    <p:sldLayoutId id="2147483678" r:id="rId3"/>
    <p:sldLayoutId id="2147483679" r:id="rId4"/>
    <p:sldLayoutId id="2147483680" r:id="rId5"/>
    <p:sldLayoutId id="2147483681" r:id="rId6"/>
    <p:sldLayoutId id="2147483682" r:id="rId7"/>
    <p:sldLayoutId id="2147483683" r:id="rId8"/>
  </p:sldLayoutIdLst>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FA39111-C8A8-9C40-A6CF-9569DF8559C3}"/>
              </a:ext>
            </a:extLst>
          </p:cNvPr>
          <p:cNvSpPr>
            <a:spLocks noGrp="1"/>
          </p:cNvSpPr>
          <p:nvPr>
            <p:ph type="body" sz="quarter" idx="10"/>
          </p:nvPr>
        </p:nvSpPr>
        <p:spPr>
          <a:xfrm>
            <a:off x="349383" y="2697333"/>
            <a:ext cx="4711278" cy="1514517"/>
          </a:xfrm>
        </p:spPr>
        <p:txBody>
          <a:bodyPr/>
          <a:lstStyle/>
          <a:p>
            <a:r>
              <a:rPr lang="en-US" sz="1800" dirty="0">
                <a:solidFill>
                  <a:srgbClr val="0070C0"/>
                </a:solidFill>
              </a:rPr>
              <a:t>Course: CMPE 630 – Digital IC Design</a:t>
            </a:r>
          </a:p>
          <a:p>
            <a:r>
              <a:rPr lang="en-US" sz="1800" dirty="0">
                <a:solidFill>
                  <a:srgbClr val="0070C0"/>
                </a:solidFill>
              </a:rPr>
              <a:t>Instructor: Dr. Zuzak Michael</a:t>
            </a:r>
          </a:p>
          <a:p>
            <a:r>
              <a:rPr lang="en-US" sz="1800" dirty="0">
                <a:solidFill>
                  <a:srgbClr val="0070C0"/>
                </a:solidFill>
              </a:rPr>
              <a:t>Lab Section: 01</a:t>
            </a:r>
          </a:p>
          <a:p>
            <a:r>
              <a:rPr lang="en-US" sz="1800" dirty="0">
                <a:solidFill>
                  <a:srgbClr val="0070C0"/>
                </a:solidFill>
              </a:rPr>
              <a:t>Milestone 1 </a:t>
            </a:r>
          </a:p>
          <a:p>
            <a:endParaRPr lang="en-US" sz="1800" dirty="0">
              <a:solidFill>
                <a:srgbClr val="0070C0"/>
              </a:solidFill>
            </a:endParaRPr>
          </a:p>
        </p:txBody>
      </p:sp>
      <p:sp>
        <p:nvSpPr>
          <p:cNvPr id="5" name="Text Placeholder 4">
            <a:extLst>
              <a:ext uri="{FF2B5EF4-FFF2-40B4-BE49-F238E27FC236}">
                <a16:creationId xmlns:a16="http://schemas.microsoft.com/office/drawing/2014/main" id="{F1E724EE-C89A-7B45-9CBB-44295CCB950E}"/>
              </a:ext>
            </a:extLst>
          </p:cNvPr>
          <p:cNvSpPr>
            <a:spLocks noGrp="1"/>
          </p:cNvSpPr>
          <p:nvPr>
            <p:ph type="body" sz="quarter" idx="16"/>
          </p:nvPr>
        </p:nvSpPr>
        <p:spPr/>
        <p:txBody>
          <a:bodyPr/>
          <a:lstStyle/>
          <a:p>
            <a:endParaRPr lang="en-US" dirty="0"/>
          </a:p>
        </p:txBody>
      </p:sp>
      <p:sp>
        <p:nvSpPr>
          <p:cNvPr id="4" name="Text Placeholder 3">
            <a:extLst>
              <a:ext uri="{FF2B5EF4-FFF2-40B4-BE49-F238E27FC236}">
                <a16:creationId xmlns:a16="http://schemas.microsoft.com/office/drawing/2014/main" id="{9474F92A-6198-1742-B0A4-23BA8B3D5205}"/>
              </a:ext>
            </a:extLst>
          </p:cNvPr>
          <p:cNvSpPr>
            <a:spLocks noGrp="1"/>
          </p:cNvSpPr>
          <p:nvPr>
            <p:ph type="body" sz="quarter" idx="11"/>
          </p:nvPr>
        </p:nvSpPr>
        <p:spPr>
          <a:xfrm>
            <a:off x="2618671" y="5101705"/>
            <a:ext cx="5421167" cy="338554"/>
          </a:xfrm>
        </p:spPr>
        <p:txBody>
          <a:bodyPr/>
          <a:lstStyle/>
          <a:p>
            <a:r>
              <a:rPr lang="en-US" dirty="0"/>
              <a:t>Prepared  by: Gloria Mbaka</a:t>
            </a:r>
          </a:p>
        </p:txBody>
      </p:sp>
      <p:sp>
        <p:nvSpPr>
          <p:cNvPr id="2" name="Title 1">
            <a:extLst>
              <a:ext uri="{FF2B5EF4-FFF2-40B4-BE49-F238E27FC236}">
                <a16:creationId xmlns:a16="http://schemas.microsoft.com/office/drawing/2014/main" id="{3AC88C61-B040-E84F-82A1-8377A17686A2}"/>
              </a:ext>
            </a:extLst>
          </p:cNvPr>
          <p:cNvSpPr>
            <a:spLocks noGrp="1"/>
          </p:cNvSpPr>
          <p:nvPr>
            <p:ph type="title"/>
          </p:nvPr>
        </p:nvSpPr>
        <p:spPr>
          <a:xfrm>
            <a:off x="349383" y="246613"/>
            <a:ext cx="5899017" cy="1560866"/>
          </a:xfrm>
        </p:spPr>
        <p:txBody>
          <a:bodyPr>
            <a:noAutofit/>
          </a:bodyPr>
          <a:lstStyle/>
          <a:p>
            <a:br>
              <a:rPr lang="en-US" sz="4400" dirty="0"/>
            </a:br>
            <a:br>
              <a:rPr lang="en-US" sz="4400" dirty="0"/>
            </a:br>
            <a:endParaRPr lang="en-US" sz="4400" dirty="0"/>
          </a:p>
        </p:txBody>
      </p:sp>
      <p:sp>
        <p:nvSpPr>
          <p:cNvPr id="6" name="Title 1">
            <a:extLst>
              <a:ext uri="{FF2B5EF4-FFF2-40B4-BE49-F238E27FC236}">
                <a16:creationId xmlns:a16="http://schemas.microsoft.com/office/drawing/2014/main" id="{3A9869D7-0027-9647-8A2E-64FE37154588}"/>
              </a:ext>
            </a:extLst>
          </p:cNvPr>
          <p:cNvSpPr txBox="1">
            <a:spLocks/>
          </p:cNvSpPr>
          <p:nvPr/>
        </p:nvSpPr>
        <p:spPr>
          <a:xfrm>
            <a:off x="316445" y="607651"/>
            <a:ext cx="5899017" cy="1606822"/>
          </a:xfrm>
          <a:prstGeom prst="rect">
            <a:avLst/>
          </a:prstGeom>
        </p:spPr>
        <p:txBody>
          <a:bodyPr/>
          <a:lstStyle>
            <a:lvl1pPr algn="l" defTabSz="609585" rtl="0" eaLnBrk="1" latinLnBrk="0" hangingPunct="1">
              <a:spcBef>
                <a:spcPct val="0"/>
              </a:spcBef>
              <a:buNone/>
              <a:defRPr sz="6000" b="1" i="0" kern="1200" baseline="0">
                <a:solidFill>
                  <a:schemeClr val="accent1"/>
                </a:solidFill>
                <a:latin typeface="+mj-lt"/>
                <a:ea typeface="+mj-ea"/>
                <a:cs typeface="+mj-cs"/>
              </a:defRPr>
            </a:lvl1pPr>
          </a:lstStyle>
          <a:p>
            <a:r>
              <a:rPr lang="en-US" sz="2400" dirty="0"/>
              <a:t>ALU with Built-In Self-Test (BIST), Power Gating, and Dynamic Voltage &amp; Frequency Scaling (DVFS) Optimization</a:t>
            </a:r>
            <a:br>
              <a:rPr lang="en-US" sz="2400" dirty="0"/>
            </a:br>
            <a:br>
              <a:rPr lang="en-US" sz="2400" dirty="0"/>
            </a:br>
            <a:endParaRPr lang="en-US" sz="2400" dirty="0"/>
          </a:p>
        </p:txBody>
      </p:sp>
      <p:sp>
        <p:nvSpPr>
          <p:cNvPr id="8" name="TextBox 7">
            <a:extLst>
              <a:ext uri="{FF2B5EF4-FFF2-40B4-BE49-F238E27FC236}">
                <a16:creationId xmlns:a16="http://schemas.microsoft.com/office/drawing/2014/main" id="{08437C26-8B5F-19CF-104F-C032BD1168AE}"/>
              </a:ext>
            </a:extLst>
          </p:cNvPr>
          <p:cNvSpPr txBox="1"/>
          <p:nvPr/>
        </p:nvSpPr>
        <p:spPr>
          <a:xfrm>
            <a:off x="0" y="5144414"/>
            <a:ext cx="2182761" cy="307777"/>
          </a:xfrm>
          <a:prstGeom prst="rect">
            <a:avLst/>
          </a:prstGeom>
          <a:noFill/>
        </p:spPr>
        <p:txBody>
          <a:bodyPr wrap="square">
            <a:spAutoFit/>
          </a:bodyPr>
          <a:lstStyle/>
          <a:p>
            <a:r>
              <a:rPr lang="en-US" sz="1400" dirty="0"/>
              <a:t>April 14, 2025</a:t>
            </a:r>
          </a:p>
        </p:txBody>
      </p:sp>
    </p:spTree>
    <p:extLst>
      <p:ext uri="{BB962C8B-B14F-4D97-AF65-F5344CB8AC3E}">
        <p14:creationId xmlns:p14="http://schemas.microsoft.com/office/powerpoint/2010/main" val="3984900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416E84DA-B043-B84F-BE0C-BB02FBB5CE1C}"/>
              </a:ext>
            </a:extLst>
          </p:cNvPr>
          <p:cNvSpPr>
            <a:spLocks noGrp="1"/>
          </p:cNvSpPr>
          <p:nvPr>
            <p:ph type="body" sz="quarter" idx="13"/>
          </p:nvPr>
        </p:nvSpPr>
        <p:spPr/>
        <p:txBody>
          <a:bodyPr/>
          <a:lstStyle/>
          <a:p>
            <a:endParaRPr lang="en-US"/>
          </a:p>
        </p:txBody>
      </p:sp>
      <p:sp>
        <p:nvSpPr>
          <p:cNvPr id="6" name="Title 5">
            <a:extLst>
              <a:ext uri="{FF2B5EF4-FFF2-40B4-BE49-F238E27FC236}">
                <a16:creationId xmlns:a16="http://schemas.microsoft.com/office/drawing/2014/main" id="{BBF196AC-E991-C045-9135-B9CB5AC81CCB}"/>
              </a:ext>
            </a:extLst>
          </p:cNvPr>
          <p:cNvSpPr>
            <a:spLocks noGrp="1"/>
          </p:cNvSpPr>
          <p:nvPr>
            <p:ph type="title"/>
          </p:nvPr>
        </p:nvSpPr>
        <p:spPr>
          <a:xfrm>
            <a:off x="176551" y="594270"/>
            <a:ext cx="11264595" cy="751929"/>
          </a:xfrm>
        </p:spPr>
        <p:txBody>
          <a:bodyPr/>
          <a:lstStyle/>
          <a:p>
            <a:r>
              <a:rPr lang="en-US" sz="3700" dirty="0"/>
              <a:t>Overall Block Diagram</a:t>
            </a:r>
          </a:p>
        </p:txBody>
      </p:sp>
      <p:pic>
        <p:nvPicPr>
          <p:cNvPr id="2050" name="Picture 2">
            <a:extLst>
              <a:ext uri="{FF2B5EF4-FFF2-40B4-BE49-F238E27FC236}">
                <a16:creationId xmlns:a16="http://schemas.microsoft.com/office/drawing/2014/main" id="{1C0B988E-91ED-D11E-F0C8-C91881161C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4875" y="2090738"/>
            <a:ext cx="10382250" cy="26765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0D56633-F234-AAF8-FF9B-E6EFBE811836}"/>
              </a:ext>
            </a:extLst>
          </p:cNvPr>
          <p:cNvSpPr txBox="1"/>
          <p:nvPr/>
        </p:nvSpPr>
        <p:spPr>
          <a:xfrm>
            <a:off x="383458" y="4862641"/>
            <a:ext cx="11444748" cy="577081"/>
          </a:xfrm>
          <a:prstGeom prst="rect">
            <a:avLst/>
          </a:prstGeom>
          <a:noFill/>
        </p:spPr>
        <p:txBody>
          <a:bodyPr wrap="square">
            <a:spAutoFit/>
          </a:bodyPr>
          <a:lstStyle/>
          <a:p>
            <a:r>
              <a:rPr lang="en-US" sz="1050" dirty="0"/>
              <a:t>Figure 1: Block diagram of the ALU with Built-In Self-Test (BIST) integration. The Pseudo-Random Sequence Generator (PRSG) supplies randomized test inputs through 2-to-1 multiplexers, allowing selection between normal operation and test mode. The ALU performs either addition or multiplication based on the control signal sel. The result is compressed by the Single Input Signature Register (SISR) into a compact signature, which is scanned out via SO for verification.</a:t>
            </a:r>
          </a:p>
        </p:txBody>
      </p:sp>
    </p:spTree>
    <p:extLst>
      <p:ext uri="{BB962C8B-B14F-4D97-AF65-F5344CB8AC3E}">
        <p14:creationId xmlns:p14="http://schemas.microsoft.com/office/powerpoint/2010/main" val="4251840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CA70D4E-4B9D-DC40-9817-4A0D3A20B438}"/>
              </a:ext>
            </a:extLst>
          </p:cNvPr>
          <p:cNvSpPr>
            <a:spLocks noGrp="1"/>
          </p:cNvSpPr>
          <p:nvPr>
            <p:ph type="title"/>
          </p:nvPr>
        </p:nvSpPr>
        <p:spPr>
          <a:xfrm>
            <a:off x="272085" y="689919"/>
            <a:ext cx="10355658" cy="696384"/>
          </a:xfrm>
        </p:spPr>
        <p:txBody>
          <a:bodyPr/>
          <a:lstStyle/>
          <a:p>
            <a:r>
              <a:rPr lang="en-US" dirty="0"/>
              <a:t>Block Diagram Legend</a:t>
            </a:r>
          </a:p>
        </p:txBody>
      </p:sp>
      <p:graphicFrame>
        <p:nvGraphicFramePr>
          <p:cNvPr id="12" name="Table 11">
            <a:extLst>
              <a:ext uri="{FF2B5EF4-FFF2-40B4-BE49-F238E27FC236}">
                <a16:creationId xmlns:a16="http://schemas.microsoft.com/office/drawing/2014/main" id="{A613CC3E-768B-32BE-65C1-3E2877441C73}"/>
              </a:ext>
            </a:extLst>
          </p:cNvPr>
          <p:cNvGraphicFramePr>
            <a:graphicFrameLocks noGrp="1"/>
          </p:cNvGraphicFramePr>
          <p:nvPr>
            <p:extLst>
              <p:ext uri="{D42A27DB-BD31-4B8C-83A1-F6EECF244321}">
                <p14:modId xmlns:p14="http://schemas.microsoft.com/office/powerpoint/2010/main" val="3955307251"/>
              </p:ext>
            </p:extLst>
          </p:nvPr>
        </p:nvGraphicFramePr>
        <p:xfrm>
          <a:off x="272085" y="1386303"/>
          <a:ext cx="11647830" cy="4781775"/>
        </p:xfrm>
        <a:graphic>
          <a:graphicData uri="http://schemas.openxmlformats.org/drawingml/2006/table">
            <a:tbl>
              <a:tblPr firstRow="1" firstCol="1" bandRow="1"/>
              <a:tblGrid>
                <a:gridCol w="2391462">
                  <a:extLst>
                    <a:ext uri="{9D8B030D-6E8A-4147-A177-3AD203B41FA5}">
                      <a16:colId xmlns:a16="http://schemas.microsoft.com/office/drawing/2014/main" val="1445324888"/>
                    </a:ext>
                  </a:extLst>
                </a:gridCol>
                <a:gridCol w="9256368">
                  <a:extLst>
                    <a:ext uri="{9D8B030D-6E8A-4147-A177-3AD203B41FA5}">
                      <a16:colId xmlns:a16="http://schemas.microsoft.com/office/drawing/2014/main" val="3106943411"/>
                    </a:ext>
                  </a:extLst>
                </a:gridCol>
              </a:tblGrid>
              <a:tr h="318785">
                <a:tc>
                  <a:txBody>
                    <a:bodyPr/>
                    <a:lstStyle/>
                    <a:p>
                      <a:pPr marL="0" marR="0" algn="ctr">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Symbol/Label</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gn="ctr">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Description</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extLst>
                  <a:ext uri="{0D108BD9-81ED-4DB2-BD59-A6C34878D82A}">
                    <a16:rowId xmlns:a16="http://schemas.microsoft.com/office/drawing/2014/main" val="2147726819"/>
                  </a:ext>
                </a:extLst>
              </a:tr>
              <a:tr h="318785">
                <a:tc>
                  <a:txBody>
                    <a:bodyPr/>
                    <a:lstStyle/>
                    <a:p>
                      <a:pPr marL="0" marR="0">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A[7:0]</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nSpc>
                          <a:spcPct val="115000"/>
                        </a:lnSpc>
                        <a:spcAft>
                          <a:spcPts val="800"/>
                        </a:spcAft>
                        <a:buNone/>
                      </a:pPr>
                      <a:r>
                        <a:rPr lang="en-US" sz="18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8-bit external input A to ALU</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C5AC"/>
                    </a:solidFill>
                  </a:tcPr>
                </a:tc>
                <a:extLst>
                  <a:ext uri="{0D108BD9-81ED-4DB2-BD59-A6C34878D82A}">
                    <a16:rowId xmlns:a16="http://schemas.microsoft.com/office/drawing/2014/main" val="1362162208"/>
                  </a:ext>
                </a:extLst>
              </a:tr>
              <a:tr h="318785">
                <a:tc>
                  <a:txBody>
                    <a:bodyPr/>
                    <a:lstStyle/>
                    <a:p>
                      <a:pPr marL="0" marR="0">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B[7:0]</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nSpc>
                          <a:spcPct val="115000"/>
                        </a:lnSpc>
                        <a:spcAft>
                          <a:spcPts val="800"/>
                        </a:spcAft>
                        <a:buNone/>
                      </a:pPr>
                      <a:r>
                        <a:rPr lang="en-US" sz="18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8-bit external input B to ALU</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E2D5"/>
                    </a:solidFill>
                  </a:tcPr>
                </a:tc>
                <a:extLst>
                  <a:ext uri="{0D108BD9-81ED-4DB2-BD59-A6C34878D82A}">
                    <a16:rowId xmlns:a16="http://schemas.microsoft.com/office/drawing/2014/main" val="98650078"/>
                  </a:ext>
                </a:extLst>
              </a:tr>
              <a:tr h="318785">
                <a:tc>
                  <a:txBody>
                    <a:bodyPr/>
                    <a:lstStyle/>
                    <a:p>
                      <a:pPr marL="0" marR="0">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PRSG</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nSpc>
                          <a:spcPct val="115000"/>
                        </a:lnSpc>
                        <a:spcAft>
                          <a:spcPts val="800"/>
                        </a:spcAft>
                        <a:buNone/>
                      </a:pPr>
                      <a:r>
                        <a:rPr lang="en-US"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Pseudo-Random Sequence Generator; generates 8-bit test values for A and B</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C5AC"/>
                    </a:solidFill>
                  </a:tcPr>
                </a:tc>
                <a:extLst>
                  <a:ext uri="{0D108BD9-81ED-4DB2-BD59-A6C34878D82A}">
                    <a16:rowId xmlns:a16="http://schemas.microsoft.com/office/drawing/2014/main" val="293145532"/>
                  </a:ext>
                </a:extLst>
              </a:tr>
              <a:tr h="318785">
                <a:tc>
                  <a:txBody>
                    <a:bodyPr/>
                    <a:lstStyle/>
                    <a:p>
                      <a:pPr marL="0" marR="0">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SI</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nSpc>
                          <a:spcPct val="115000"/>
                        </a:lnSpc>
                        <a:spcAft>
                          <a:spcPts val="800"/>
                        </a:spcAft>
                        <a:buNone/>
                      </a:pPr>
                      <a:r>
                        <a:rPr lang="en-US" sz="18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Serial Input (Scan In) to load seed into PRSG during test mode</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E2D5"/>
                    </a:solidFill>
                  </a:tcPr>
                </a:tc>
                <a:extLst>
                  <a:ext uri="{0D108BD9-81ED-4DB2-BD59-A6C34878D82A}">
                    <a16:rowId xmlns:a16="http://schemas.microsoft.com/office/drawing/2014/main" val="572554421"/>
                  </a:ext>
                </a:extLst>
              </a:tr>
              <a:tr h="318785">
                <a:tc>
                  <a:txBody>
                    <a:bodyPr/>
                    <a:lstStyle/>
                    <a:p>
                      <a:pPr marL="0" marR="0">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MUX (A/B)</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nSpc>
                          <a:spcPct val="115000"/>
                        </a:lnSpc>
                        <a:spcAft>
                          <a:spcPts val="800"/>
                        </a:spcAft>
                        <a:buNone/>
                      </a:pPr>
                      <a:r>
                        <a:rPr lang="en-US" sz="18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2-to-1 MUXes select between normal inputs and PRSG outputs</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C5AC"/>
                    </a:solidFill>
                  </a:tcPr>
                </a:tc>
                <a:extLst>
                  <a:ext uri="{0D108BD9-81ED-4DB2-BD59-A6C34878D82A}">
                    <a16:rowId xmlns:a16="http://schemas.microsoft.com/office/drawing/2014/main" val="688919428"/>
                  </a:ext>
                </a:extLst>
              </a:tr>
              <a:tr h="318785">
                <a:tc>
                  <a:txBody>
                    <a:bodyPr/>
                    <a:lstStyle/>
                    <a:p>
                      <a:pPr marL="0" marR="0">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enable_test</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nSpc>
                          <a:spcPct val="115000"/>
                        </a:lnSpc>
                        <a:spcAft>
                          <a:spcPts val="800"/>
                        </a:spcAft>
                        <a:buNone/>
                      </a:pPr>
                      <a:r>
                        <a:rPr lang="en-US" sz="18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Control signal: 1 = use PRSG inputs and enable SISR</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E2D5"/>
                    </a:solidFill>
                  </a:tcPr>
                </a:tc>
                <a:extLst>
                  <a:ext uri="{0D108BD9-81ED-4DB2-BD59-A6C34878D82A}">
                    <a16:rowId xmlns:a16="http://schemas.microsoft.com/office/drawing/2014/main" val="3964596333"/>
                  </a:ext>
                </a:extLst>
              </a:tr>
              <a:tr h="318785">
                <a:tc>
                  <a:txBody>
                    <a:bodyPr/>
                    <a:lstStyle/>
                    <a:p>
                      <a:pPr marL="0" marR="0">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sel</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nSpc>
                          <a:spcPct val="115000"/>
                        </a:lnSpc>
                        <a:spcAft>
                          <a:spcPts val="800"/>
                        </a:spcAft>
                        <a:buNone/>
                      </a:pPr>
                      <a:r>
                        <a:rPr lang="en-US" sz="18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Control signal: 0 = Adder, 1 = Multiplier in ALU</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C5AC"/>
                    </a:solidFill>
                  </a:tcPr>
                </a:tc>
                <a:extLst>
                  <a:ext uri="{0D108BD9-81ED-4DB2-BD59-A6C34878D82A}">
                    <a16:rowId xmlns:a16="http://schemas.microsoft.com/office/drawing/2014/main" val="3912150787"/>
                  </a:ext>
                </a:extLst>
              </a:tr>
              <a:tr h="318785">
                <a:tc>
                  <a:txBody>
                    <a:bodyPr/>
                    <a:lstStyle/>
                    <a:p>
                      <a:pPr marL="0" marR="0">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clk</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nSpc>
                          <a:spcPct val="115000"/>
                        </a:lnSpc>
                        <a:spcAft>
                          <a:spcPts val="800"/>
                        </a:spcAft>
                        <a:buNone/>
                      </a:pPr>
                      <a:r>
                        <a:rPr lang="en-US" sz="18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Clock signal for synchronous elements (PRSG, SISR, ALU if sequential)</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E2D5"/>
                    </a:solidFill>
                  </a:tcPr>
                </a:tc>
                <a:extLst>
                  <a:ext uri="{0D108BD9-81ED-4DB2-BD59-A6C34878D82A}">
                    <a16:rowId xmlns:a16="http://schemas.microsoft.com/office/drawing/2014/main" val="384879130"/>
                  </a:ext>
                </a:extLst>
              </a:tr>
              <a:tr h="318785">
                <a:tc>
                  <a:txBody>
                    <a:bodyPr/>
                    <a:lstStyle/>
                    <a:p>
                      <a:pPr marL="0" marR="0">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ALU</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nSpc>
                          <a:spcPct val="115000"/>
                        </a:lnSpc>
                        <a:spcAft>
                          <a:spcPts val="800"/>
                        </a:spcAft>
                        <a:buNone/>
                      </a:pPr>
                      <a:r>
                        <a:rPr lang="en-US" sz="18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Arithmetic Logic Unit – executes either A + B or A × B</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C5AC"/>
                    </a:solidFill>
                  </a:tcPr>
                </a:tc>
                <a:extLst>
                  <a:ext uri="{0D108BD9-81ED-4DB2-BD59-A6C34878D82A}">
                    <a16:rowId xmlns:a16="http://schemas.microsoft.com/office/drawing/2014/main" val="3923229102"/>
                  </a:ext>
                </a:extLst>
              </a:tr>
              <a:tr h="318785">
                <a:tc>
                  <a:txBody>
                    <a:bodyPr/>
                    <a:lstStyle/>
                    <a:p>
                      <a:pPr marL="0" marR="0">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8-bit Adder</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nSpc>
                          <a:spcPct val="115000"/>
                        </a:lnSpc>
                        <a:spcAft>
                          <a:spcPts val="800"/>
                        </a:spcAft>
                        <a:buNone/>
                      </a:pPr>
                      <a:r>
                        <a:rPr lang="en-US" sz="18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Ripple-carry or carry-lookahead adder using standard cells</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E2D5"/>
                    </a:solidFill>
                  </a:tcPr>
                </a:tc>
                <a:extLst>
                  <a:ext uri="{0D108BD9-81ED-4DB2-BD59-A6C34878D82A}">
                    <a16:rowId xmlns:a16="http://schemas.microsoft.com/office/drawing/2014/main" val="1112418635"/>
                  </a:ext>
                </a:extLst>
              </a:tr>
              <a:tr h="318785">
                <a:tc>
                  <a:txBody>
                    <a:bodyPr/>
                    <a:lstStyle/>
                    <a:p>
                      <a:pPr marL="0" marR="0">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8-bit Multiplier</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nSpc>
                          <a:spcPct val="115000"/>
                        </a:lnSpc>
                        <a:spcAft>
                          <a:spcPts val="800"/>
                        </a:spcAft>
                        <a:buNone/>
                      </a:pPr>
                      <a:r>
                        <a:rPr lang="en-US" sz="18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Array or shift-add style multiplier using logic gates</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C5AC"/>
                    </a:solidFill>
                  </a:tcPr>
                </a:tc>
                <a:extLst>
                  <a:ext uri="{0D108BD9-81ED-4DB2-BD59-A6C34878D82A}">
                    <a16:rowId xmlns:a16="http://schemas.microsoft.com/office/drawing/2014/main" val="3632415385"/>
                  </a:ext>
                </a:extLst>
              </a:tr>
              <a:tr h="318785">
                <a:tc>
                  <a:txBody>
                    <a:bodyPr/>
                    <a:lstStyle/>
                    <a:p>
                      <a:pPr marL="0" marR="0">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Y[15:0]</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nSpc>
                          <a:spcPct val="115000"/>
                        </a:lnSpc>
                        <a:spcAft>
                          <a:spcPts val="800"/>
                        </a:spcAft>
                        <a:buNone/>
                      </a:pPr>
                      <a:r>
                        <a:rPr lang="en-US" sz="18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16-bit output from ALU (for mult and add)</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E2D5"/>
                    </a:solidFill>
                  </a:tcPr>
                </a:tc>
                <a:extLst>
                  <a:ext uri="{0D108BD9-81ED-4DB2-BD59-A6C34878D82A}">
                    <a16:rowId xmlns:a16="http://schemas.microsoft.com/office/drawing/2014/main" val="158491124"/>
                  </a:ext>
                </a:extLst>
              </a:tr>
              <a:tr h="318785">
                <a:tc>
                  <a:txBody>
                    <a:bodyPr/>
                    <a:lstStyle/>
                    <a:p>
                      <a:pPr marL="0" marR="0">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SISR</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nSpc>
                          <a:spcPct val="115000"/>
                        </a:lnSpc>
                        <a:spcAft>
                          <a:spcPts val="800"/>
                        </a:spcAft>
                        <a:buNone/>
                      </a:pPr>
                      <a:r>
                        <a:rPr lang="en-US" sz="18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Single Input Signature Register – compresses output Y to a small signature</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C5AC"/>
                    </a:solidFill>
                  </a:tcPr>
                </a:tc>
                <a:extLst>
                  <a:ext uri="{0D108BD9-81ED-4DB2-BD59-A6C34878D82A}">
                    <a16:rowId xmlns:a16="http://schemas.microsoft.com/office/drawing/2014/main" val="156646834"/>
                  </a:ext>
                </a:extLst>
              </a:tr>
              <a:tr h="318785">
                <a:tc>
                  <a:txBody>
                    <a:bodyPr/>
                    <a:lstStyle/>
                    <a:p>
                      <a:pPr marL="0" marR="0">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SO</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nSpc>
                          <a:spcPct val="115000"/>
                        </a:lnSpc>
                        <a:spcAft>
                          <a:spcPts val="800"/>
                        </a:spcAft>
                        <a:buNone/>
                      </a:pPr>
                      <a:r>
                        <a:rPr lang="en-US"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Scan Out – the final compressed signature for comparison to golden sig</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E2D5"/>
                    </a:solidFill>
                  </a:tcPr>
                </a:tc>
                <a:extLst>
                  <a:ext uri="{0D108BD9-81ED-4DB2-BD59-A6C34878D82A}">
                    <a16:rowId xmlns:a16="http://schemas.microsoft.com/office/drawing/2014/main" val="2072336082"/>
                  </a:ext>
                </a:extLst>
              </a:tr>
            </a:tbl>
          </a:graphicData>
        </a:graphic>
      </p:graphicFrame>
    </p:spTree>
    <p:extLst>
      <p:ext uri="{BB962C8B-B14F-4D97-AF65-F5344CB8AC3E}">
        <p14:creationId xmlns:p14="http://schemas.microsoft.com/office/powerpoint/2010/main" val="3172757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9334E1D-1DD2-2942-91E5-669A8D3B167A}"/>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6FCDE114-1FEF-294E-B69F-91298C71D6A0}"/>
              </a:ext>
            </a:extLst>
          </p:cNvPr>
          <p:cNvSpPr>
            <a:spLocks noGrp="1"/>
          </p:cNvSpPr>
          <p:nvPr>
            <p:ph type="body" sz="quarter" idx="15"/>
          </p:nvPr>
        </p:nvSpPr>
        <p:spPr>
          <a:xfrm>
            <a:off x="272085" y="1404460"/>
            <a:ext cx="11919915" cy="4190768"/>
          </a:xfrm>
        </p:spPr>
        <p:txBody>
          <a:bodyPr/>
          <a:lstStyle/>
          <a:p>
            <a:pPr>
              <a:defRPr sz="1600">
                <a:solidFill>
                  <a:srgbClr val="000000"/>
                </a:solidFill>
              </a:defRPr>
            </a:pPr>
            <a:r>
              <a:rPr lang="en-US" sz="2400" b="0" dirty="0"/>
              <a:t>Adder: 8-bit ripple-carry adder from Lab 8 using standard cells (AND, XOR, INV)</a:t>
            </a:r>
          </a:p>
          <a:p>
            <a:pPr>
              <a:defRPr sz="1600">
                <a:solidFill>
                  <a:srgbClr val="000000"/>
                </a:solidFill>
              </a:defRPr>
            </a:pPr>
            <a:endParaRPr lang="en-US" sz="2400" b="0" dirty="0"/>
          </a:p>
          <a:p>
            <a:pPr>
              <a:defRPr sz="1600">
                <a:solidFill>
                  <a:srgbClr val="000000"/>
                </a:solidFill>
              </a:defRPr>
            </a:pPr>
            <a:r>
              <a:rPr lang="en-US" sz="2400" b="0" dirty="0"/>
              <a:t>Multiplier: New 8-bit unsigned array multiplier built using AND </a:t>
            </a:r>
            <a:r>
              <a:rPr lang="en-US" sz="2400" b="0" dirty="0" err="1"/>
              <a:t>and</a:t>
            </a:r>
            <a:r>
              <a:rPr lang="en-US" sz="2400" b="0" dirty="0"/>
              <a:t> adder stages</a:t>
            </a:r>
          </a:p>
          <a:p>
            <a:pPr>
              <a:defRPr sz="1600">
                <a:solidFill>
                  <a:srgbClr val="000000"/>
                </a:solidFill>
              </a:defRPr>
            </a:pPr>
            <a:endParaRPr lang="en-US" sz="2400" b="0" dirty="0"/>
          </a:p>
          <a:p>
            <a:pPr>
              <a:defRPr sz="1600">
                <a:solidFill>
                  <a:srgbClr val="000000"/>
                </a:solidFill>
              </a:defRPr>
            </a:pPr>
            <a:r>
              <a:rPr lang="en-US" sz="2400" b="0" dirty="0"/>
              <a:t>MUX: Chooses between Adder and Multiplier output using </a:t>
            </a:r>
            <a:r>
              <a:rPr lang="en-US" sz="2400" b="0" dirty="0" err="1"/>
              <a:t>sel</a:t>
            </a:r>
            <a:r>
              <a:rPr lang="en-US" sz="2400" b="0" dirty="0"/>
              <a:t> bit</a:t>
            </a:r>
          </a:p>
          <a:p>
            <a:pPr>
              <a:defRPr sz="1600">
                <a:solidFill>
                  <a:srgbClr val="000000"/>
                </a:solidFill>
              </a:defRPr>
            </a:pPr>
            <a:endParaRPr lang="en-US" sz="2400" b="0" dirty="0"/>
          </a:p>
          <a:p>
            <a:pPr>
              <a:defRPr sz="1600">
                <a:solidFill>
                  <a:srgbClr val="000000"/>
                </a:solidFill>
              </a:defRPr>
            </a:pPr>
            <a:r>
              <a:rPr lang="en-US" sz="2400" b="0" dirty="0"/>
              <a:t>Output: Y[15:0]</a:t>
            </a:r>
          </a:p>
          <a:p>
            <a:endParaRPr lang="en-US" b="0" dirty="0"/>
          </a:p>
        </p:txBody>
      </p:sp>
      <p:sp>
        <p:nvSpPr>
          <p:cNvPr id="4" name="Title 3">
            <a:extLst>
              <a:ext uri="{FF2B5EF4-FFF2-40B4-BE49-F238E27FC236}">
                <a16:creationId xmlns:a16="http://schemas.microsoft.com/office/drawing/2014/main" id="{A3559F40-5442-F345-91A3-706B20F403AB}"/>
              </a:ext>
            </a:extLst>
          </p:cNvPr>
          <p:cNvSpPr>
            <a:spLocks noGrp="1"/>
          </p:cNvSpPr>
          <p:nvPr>
            <p:ph type="title"/>
          </p:nvPr>
        </p:nvSpPr>
        <p:spPr>
          <a:xfrm>
            <a:off x="272085" y="566388"/>
            <a:ext cx="10355658" cy="696384"/>
          </a:xfrm>
        </p:spPr>
        <p:txBody>
          <a:bodyPr/>
          <a:lstStyle/>
          <a:p>
            <a:r>
              <a:rPr lang="en-US" dirty="0"/>
              <a:t>Major Component – ALU (Adder + Multiplier)</a:t>
            </a:r>
          </a:p>
        </p:txBody>
      </p:sp>
    </p:spTree>
    <p:extLst>
      <p:ext uri="{BB962C8B-B14F-4D97-AF65-F5344CB8AC3E}">
        <p14:creationId xmlns:p14="http://schemas.microsoft.com/office/powerpoint/2010/main" val="1539745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BE706-7C27-F559-0016-CF090C56499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B58119-435A-54B6-85D2-E884DCB5F26A}"/>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BF50D17C-D20C-47EE-4D77-137F877CED76}"/>
              </a:ext>
            </a:extLst>
          </p:cNvPr>
          <p:cNvSpPr>
            <a:spLocks noGrp="1"/>
          </p:cNvSpPr>
          <p:nvPr>
            <p:ph type="body" sz="quarter" idx="15"/>
          </p:nvPr>
        </p:nvSpPr>
        <p:spPr>
          <a:xfrm>
            <a:off x="272085" y="1404460"/>
            <a:ext cx="11919915" cy="4190768"/>
          </a:xfrm>
        </p:spPr>
        <p:txBody>
          <a:bodyPr/>
          <a:lstStyle/>
          <a:p>
            <a:pPr>
              <a:defRPr sz="1600">
                <a:solidFill>
                  <a:srgbClr val="000000"/>
                </a:solidFill>
              </a:defRPr>
            </a:pPr>
            <a:r>
              <a:rPr lang="en-US" sz="2400" b="0" dirty="0"/>
              <a:t>PRSG (Pseudo-Random Sequence Generator):</a:t>
            </a:r>
          </a:p>
          <a:p>
            <a:pPr lvl="1">
              <a:defRPr sz="1600">
                <a:solidFill>
                  <a:srgbClr val="000000"/>
                </a:solidFill>
              </a:defRPr>
            </a:pPr>
            <a:r>
              <a:rPr lang="en-US" sz="1867" b="0" dirty="0"/>
              <a:t>9-bit Galois LFSR</a:t>
            </a:r>
          </a:p>
          <a:p>
            <a:pPr lvl="1">
              <a:defRPr sz="1600">
                <a:solidFill>
                  <a:srgbClr val="000000"/>
                </a:solidFill>
              </a:defRPr>
            </a:pPr>
            <a:r>
              <a:rPr lang="en-US" sz="1867" b="0" dirty="0"/>
              <a:t>Used to generate randomized test inputs</a:t>
            </a:r>
          </a:p>
          <a:p>
            <a:pPr lvl="1">
              <a:defRPr sz="1600">
                <a:solidFill>
                  <a:srgbClr val="000000"/>
                </a:solidFill>
              </a:defRPr>
            </a:pPr>
            <a:endParaRPr lang="en-US" sz="1867" b="0" dirty="0"/>
          </a:p>
          <a:p>
            <a:pPr>
              <a:defRPr sz="1600">
                <a:solidFill>
                  <a:srgbClr val="000000"/>
                </a:solidFill>
              </a:defRPr>
            </a:pPr>
            <a:r>
              <a:rPr lang="en-US" sz="2400" b="0" dirty="0"/>
              <a:t>Input </a:t>
            </a:r>
            <a:r>
              <a:rPr lang="en-US" sz="2400" b="0" dirty="0" err="1"/>
              <a:t>MUXes</a:t>
            </a:r>
            <a:r>
              <a:rPr lang="en-US" sz="2400" b="0" dirty="0"/>
              <a:t>:</a:t>
            </a:r>
          </a:p>
          <a:p>
            <a:pPr lvl="1">
              <a:defRPr sz="1600">
                <a:solidFill>
                  <a:srgbClr val="000000"/>
                </a:solidFill>
              </a:defRPr>
            </a:pPr>
            <a:r>
              <a:rPr lang="en-US" sz="1867" b="0" dirty="0"/>
              <a:t>Two 2-to-1 </a:t>
            </a:r>
            <a:r>
              <a:rPr lang="en-US" sz="1867" b="0" dirty="0" err="1"/>
              <a:t>MUXes</a:t>
            </a:r>
            <a:r>
              <a:rPr lang="en-US" sz="1867" b="0" dirty="0"/>
              <a:t> select between external A/B and PRSG outputs</a:t>
            </a:r>
          </a:p>
          <a:p>
            <a:pPr lvl="1">
              <a:defRPr sz="1600">
                <a:solidFill>
                  <a:srgbClr val="000000"/>
                </a:solidFill>
              </a:defRPr>
            </a:pPr>
            <a:r>
              <a:rPr lang="en-US" sz="1867" b="0" dirty="0"/>
              <a:t>Controlled by </a:t>
            </a:r>
            <a:r>
              <a:rPr lang="en-US" sz="1867" b="0" dirty="0" err="1"/>
              <a:t>enable_test</a:t>
            </a:r>
            <a:r>
              <a:rPr lang="en-US" sz="1867" b="0" dirty="0"/>
              <a:t> signal</a:t>
            </a:r>
            <a:endParaRPr lang="en-US" b="0" dirty="0"/>
          </a:p>
        </p:txBody>
      </p:sp>
      <p:sp>
        <p:nvSpPr>
          <p:cNvPr id="4" name="Title 3">
            <a:extLst>
              <a:ext uri="{FF2B5EF4-FFF2-40B4-BE49-F238E27FC236}">
                <a16:creationId xmlns:a16="http://schemas.microsoft.com/office/drawing/2014/main" id="{628FA8D5-E596-1787-19ED-97D1FFBD8DE3}"/>
              </a:ext>
            </a:extLst>
          </p:cNvPr>
          <p:cNvSpPr>
            <a:spLocks noGrp="1"/>
          </p:cNvSpPr>
          <p:nvPr>
            <p:ph type="title"/>
          </p:nvPr>
        </p:nvSpPr>
        <p:spPr>
          <a:xfrm>
            <a:off x="272085" y="566388"/>
            <a:ext cx="10355658" cy="696384"/>
          </a:xfrm>
        </p:spPr>
        <p:txBody>
          <a:bodyPr/>
          <a:lstStyle/>
          <a:p>
            <a:r>
              <a:rPr lang="en-US" dirty="0"/>
              <a:t>Major Component – PRSG + MUX</a:t>
            </a:r>
          </a:p>
        </p:txBody>
      </p:sp>
    </p:spTree>
    <p:extLst>
      <p:ext uri="{BB962C8B-B14F-4D97-AF65-F5344CB8AC3E}">
        <p14:creationId xmlns:p14="http://schemas.microsoft.com/office/powerpoint/2010/main" val="3894484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D5D6F-C438-95A5-5895-3195FBBBA0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AF29ECF-8C82-BAE2-2A55-61E2AF07469B}"/>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7E797DCB-0EFA-9F4A-98B9-9428161FF02E}"/>
              </a:ext>
            </a:extLst>
          </p:cNvPr>
          <p:cNvSpPr>
            <a:spLocks noGrp="1"/>
          </p:cNvSpPr>
          <p:nvPr>
            <p:ph type="body" sz="quarter" idx="15"/>
          </p:nvPr>
        </p:nvSpPr>
        <p:spPr>
          <a:xfrm>
            <a:off x="272085" y="1404460"/>
            <a:ext cx="11919915" cy="4190768"/>
          </a:xfrm>
        </p:spPr>
        <p:txBody>
          <a:bodyPr/>
          <a:lstStyle/>
          <a:p>
            <a:pPr>
              <a:defRPr sz="1600">
                <a:solidFill>
                  <a:srgbClr val="000000"/>
                </a:solidFill>
              </a:defRPr>
            </a:pPr>
            <a:r>
              <a:rPr lang="en-US" sz="2400" b="0" dirty="0"/>
              <a:t>SISR (Single Input Signature Register):</a:t>
            </a:r>
          </a:p>
          <a:p>
            <a:pPr lvl="1">
              <a:defRPr sz="1600">
                <a:solidFill>
                  <a:srgbClr val="000000"/>
                </a:solidFill>
              </a:defRPr>
            </a:pPr>
            <a:r>
              <a:rPr lang="en-US" sz="1867" b="0" dirty="0"/>
              <a:t>6-bit register with feedback XOR logic</a:t>
            </a:r>
          </a:p>
          <a:p>
            <a:pPr lvl="1">
              <a:defRPr sz="1600">
                <a:solidFill>
                  <a:srgbClr val="000000"/>
                </a:solidFill>
              </a:defRPr>
            </a:pPr>
            <a:r>
              <a:rPr lang="en-US" sz="1867" b="0" dirty="0"/>
              <a:t>Shifts in 1-bit responses from ALU output (e.g., parity or bitwise XOR of Y)</a:t>
            </a:r>
          </a:p>
          <a:p>
            <a:pPr lvl="1">
              <a:defRPr sz="1600">
                <a:solidFill>
                  <a:srgbClr val="000000"/>
                </a:solidFill>
              </a:defRPr>
            </a:pPr>
            <a:r>
              <a:rPr lang="en-US" sz="1867" b="0" dirty="0"/>
              <a:t>Final value is compared to golden signature for pass/fail validation</a:t>
            </a:r>
            <a:endParaRPr lang="en-US" b="0" dirty="0"/>
          </a:p>
        </p:txBody>
      </p:sp>
      <p:sp>
        <p:nvSpPr>
          <p:cNvPr id="4" name="Title 3">
            <a:extLst>
              <a:ext uri="{FF2B5EF4-FFF2-40B4-BE49-F238E27FC236}">
                <a16:creationId xmlns:a16="http://schemas.microsoft.com/office/drawing/2014/main" id="{3591CC35-9852-55EA-568E-D80A97634BAF}"/>
              </a:ext>
            </a:extLst>
          </p:cNvPr>
          <p:cNvSpPr>
            <a:spLocks noGrp="1"/>
          </p:cNvSpPr>
          <p:nvPr>
            <p:ph type="title"/>
          </p:nvPr>
        </p:nvSpPr>
        <p:spPr>
          <a:xfrm>
            <a:off x="272085" y="566388"/>
            <a:ext cx="10355658" cy="696384"/>
          </a:xfrm>
        </p:spPr>
        <p:txBody>
          <a:bodyPr/>
          <a:lstStyle/>
          <a:p>
            <a:r>
              <a:rPr lang="en-US" dirty="0"/>
              <a:t>Major Component – SISR</a:t>
            </a:r>
          </a:p>
        </p:txBody>
      </p:sp>
    </p:spTree>
    <p:extLst>
      <p:ext uri="{BB962C8B-B14F-4D97-AF65-F5344CB8AC3E}">
        <p14:creationId xmlns:p14="http://schemas.microsoft.com/office/powerpoint/2010/main" val="3617162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13649D6D-104B-4BBC-F8AA-751206F75807}"/>
              </a:ext>
            </a:extLst>
          </p:cNvPr>
          <p:cNvGrpSpPr/>
          <p:nvPr/>
        </p:nvGrpSpPr>
        <p:grpSpPr>
          <a:xfrm>
            <a:off x="3210039" y="1941147"/>
            <a:ext cx="5582288" cy="2527665"/>
            <a:chOff x="3210039" y="1941147"/>
            <a:chExt cx="5582288" cy="2527665"/>
          </a:xfrm>
        </p:grpSpPr>
        <p:pic>
          <p:nvPicPr>
            <p:cNvPr id="7" name="Picture 6" descr="A close-up of a broken device&#10;&#10;Description automatically generated">
              <a:extLst>
                <a:ext uri="{FF2B5EF4-FFF2-40B4-BE49-F238E27FC236}">
                  <a16:creationId xmlns:a16="http://schemas.microsoft.com/office/drawing/2014/main" id="{12FBBC18-4529-2830-DDC6-5A05303CEB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48150" y="2389187"/>
              <a:ext cx="3695700" cy="2079625"/>
            </a:xfrm>
            <a:prstGeom prst="rect">
              <a:avLst/>
            </a:prstGeom>
          </p:spPr>
        </p:pic>
        <p:grpSp>
          <p:nvGrpSpPr>
            <p:cNvPr id="8" name="Group 7">
              <a:extLst>
                <a:ext uri="{FF2B5EF4-FFF2-40B4-BE49-F238E27FC236}">
                  <a16:creationId xmlns:a16="http://schemas.microsoft.com/office/drawing/2014/main" id="{16D37A85-B677-CF74-FCCD-66BB3EE4D3C5}"/>
                </a:ext>
              </a:extLst>
            </p:cNvPr>
            <p:cNvGrpSpPr/>
            <p:nvPr/>
          </p:nvGrpSpPr>
          <p:grpSpPr>
            <a:xfrm>
              <a:off x="3210039" y="1941147"/>
              <a:ext cx="5582288" cy="2410935"/>
              <a:chOff x="0" y="62397"/>
              <a:chExt cx="5582652" cy="2411295"/>
            </a:xfrm>
          </p:grpSpPr>
          <p:sp>
            <p:nvSpPr>
              <p:cNvPr id="9" name="Text Box 5">
                <a:extLst>
                  <a:ext uri="{FF2B5EF4-FFF2-40B4-BE49-F238E27FC236}">
                    <a16:creationId xmlns:a16="http://schemas.microsoft.com/office/drawing/2014/main" id="{FF06F536-C028-6535-FC71-97E9C7AE4344}"/>
                  </a:ext>
                </a:extLst>
              </p:cNvPr>
              <p:cNvSpPr txBox="1"/>
              <p:nvPr/>
            </p:nvSpPr>
            <p:spPr>
              <a:xfrm>
                <a:off x="0" y="1241659"/>
                <a:ext cx="721695" cy="28875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just">
                  <a:lnSpc>
                    <a:spcPct val="105000"/>
                  </a:lnSpc>
                  <a:spcAft>
                    <a:spcPts val="600"/>
                  </a:spcAft>
                </a:pPr>
                <a:r>
                  <a:rPr lang="en-US" sz="800">
                    <a:effectLst/>
                    <a:latin typeface="Arial" panose="020B0604020202020204" pitchFamily="34" charset="0"/>
                    <a:ea typeface="Times New Roman" panose="02020603050405020304" pitchFamily="18" charset="0"/>
                  </a:rPr>
                  <a:t>Mouthpiece</a:t>
                </a:r>
                <a:endParaRPr lang="en-US" sz="1100">
                  <a:effectLst/>
                  <a:latin typeface="Arial" panose="020B0604020202020204" pitchFamily="34" charset="0"/>
                  <a:ea typeface="Times New Roman" panose="02020603050405020304" pitchFamily="18" charset="0"/>
                </a:endParaRPr>
              </a:p>
            </p:txBody>
          </p:sp>
          <p:sp>
            <p:nvSpPr>
              <p:cNvPr id="10" name="Text Box 7">
                <a:extLst>
                  <a:ext uri="{FF2B5EF4-FFF2-40B4-BE49-F238E27FC236}">
                    <a16:creationId xmlns:a16="http://schemas.microsoft.com/office/drawing/2014/main" id="{E865C5F0-77B6-42A4-D461-43F7A66E9A50}"/>
                  </a:ext>
                </a:extLst>
              </p:cNvPr>
              <p:cNvSpPr txBox="1"/>
              <p:nvPr/>
            </p:nvSpPr>
            <p:spPr>
              <a:xfrm>
                <a:off x="308008" y="693019"/>
                <a:ext cx="567890" cy="36576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just">
                  <a:lnSpc>
                    <a:spcPct val="105000"/>
                  </a:lnSpc>
                  <a:spcAft>
                    <a:spcPts val="600"/>
                  </a:spcAft>
                </a:pPr>
                <a:r>
                  <a:rPr lang="en-US" sz="800">
                    <a:effectLst/>
                    <a:latin typeface="Arial" panose="020B0604020202020204" pitchFamily="34" charset="0"/>
                    <a:ea typeface="Times New Roman" panose="02020603050405020304" pitchFamily="18" charset="0"/>
                  </a:rPr>
                  <a:t>Plastic Cylinder</a:t>
                </a:r>
                <a:endParaRPr lang="en-US" sz="1100">
                  <a:effectLst/>
                  <a:latin typeface="Arial" panose="020B0604020202020204" pitchFamily="34" charset="0"/>
                  <a:ea typeface="Times New Roman" panose="02020603050405020304" pitchFamily="18" charset="0"/>
                </a:endParaRPr>
              </a:p>
            </p:txBody>
          </p:sp>
          <p:sp>
            <p:nvSpPr>
              <p:cNvPr id="11" name="Text Box 9">
                <a:extLst>
                  <a:ext uri="{FF2B5EF4-FFF2-40B4-BE49-F238E27FC236}">
                    <a16:creationId xmlns:a16="http://schemas.microsoft.com/office/drawing/2014/main" id="{3B303006-F6DA-4FD3-F62F-FA83A6283781}"/>
                  </a:ext>
                </a:extLst>
              </p:cNvPr>
              <p:cNvSpPr txBox="1"/>
              <p:nvPr/>
            </p:nvSpPr>
            <p:spPr>
              <a:xfrm>
                <a:off x="1173384" y="244153"/>
                <a:ext cx="1067101" cy="47785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just">
                  <a:lnSpc>
                    <a:spcPct val="105000"/>
                  </a:lnSpc>
                  <a:spcAft>
                    <a:spcPts val="600"/>
                  </a:spcAft>
                </a:pPr>
                <a:r>
                  <a:rPr lang="en-US" sz="800" dirty="0">
                    <a:effectLst/>
                    <a:latin typeface="Arial" panose="020B0604020202020204" pitchFamily="34" charset="0"/>
                    <a:ea typeface="Times New Roman" panose="02020603050405020304" pitchFamily="18" charset="0"/>
                  </a:rPr>
                  <a:t>White Silicone Seal</a:t>
                </a:r>
                <a:endParaRPr lang="en-US" sz="1100" dirty="0">
                  <a:effectLst/>
                  <a:latin typeface="Arial" panose="020B0604020202020204" pitchFamily="34" charset="0"/>
                  <a:ea typeface="Times New Roman" panose="02020603050405020304" pitchFamily="18" charset="0"/>
                </a:endParaRPr>
              </a:p>
            </p:txBody>
          </p:sp>
          <p:cxnSp>
            <p:nvCxnSpPr>
              <p:cNvPr id="12" name="Straight Arrow Connector 11">
                <a:extLst>
                  <a:ext uri="{FF2B5EF4-FFF2-40B4-BE49-F238E27FC236}">
                    <a16:creationId xmlns:a16="http://schemas.microsoft.com/office/drawing/2014/main" id="{2F3F0848-C052-1369-27B6-64AB8BB934D4}"/>
                  </a:ext>
                </a:extLst>
              </p:cNvPr>
              <p:cNvCxnSpPr/>
              <p:nvPr/>
            </p:nvCxnSpPr>
            <p:spPr>
              <a:xfrm flipH="1">
                <a:off x="2463466" y="432936"/>
                <a:ext cx="375285" cy="97128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4BFBA64-56F9-997A-A734-3AA9CF44146D}"/>
                  </a:ext>
                </a:extLst>
              </p:cNvPr>
              <p:cNvCxnSpPr/>
              <p:nvPr/>
            </p:nvCxnSpPr>
            <p:spPr>
              <a:xfrm>
                <a:off x="721895" y="1404486"/>
                <a:ext cx="616551" cy="0"/>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654074C-CB3B-A16F-4E85-1E98962635DD}"/>
                  </a:ext>
                </a:extLst>
              </p:cNvPr>
              <p:cNvCxnSpPr/>
              <p:nvPr/>
            </p:nvCxnSpPr>
            <p:spPr>
              <a:xfrm>
                <a:off x="808321" y="962325"/>
                <a:ext cx="1067101" cy="44169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553EC61-3E97-F291-E49B-6D9C8E30910A}"/>
                  </a:ext>
                </a:extLst>
              </p:cNvPr>
              <p:cNvCxnSpPr/>
              <p:nvPr/>
            </p:nvCxnSpPr>
            <p:spPr>
              <a:xfrm>
                <a:off x="1722721" y="432936"/>
                <a:ext cx="152400" cy="625642"/>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6" name="Text Box 14">
                <a:extLst>
                  <a:ext uri="{FF2B5EF4-FFF2-40B4-BE49-F238E27FC236}">
                    <a16:creationId xmlns:a16="http://schemas.microsoft.com/office/drawing/2014/main" id="{653A8719-3915-56A5-90B1-2F8537CDA286}"/>
                  </a:ext>
                </a:extLst>
              </p:cNvPr>
              <p:cNvSpPr txBox="1"/>
              <p:nvPr/>
            </p:nvSpPr>
            <p:spPr>
              <a:xfrm>
                <a:off x="2554407" y="110523"/>
                <a:ext cx="683394" cy="42351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just">
                  <a:lnSpc>
                    <a:spcPct val="105000"/>
                  </a:lnSpc>
                  <a:spcAft>
                    <a:spcPts val="600"/>
                  </a:spcAft>
                </a:pPr>
                <a:r>
                  <a:rPr lang="en-US" sz="800" dirty="0">
                    <a:effectLst/>
                    <a:latin typeface="Arial" panose="020B0604020202020204" pitchFamily="34" charset="0"/>
                    <a:ea typeface="Times New Roman" panose="02020603050405020304" pitchFamily="18" charset="0"/>
                  </a:rPr>
                  <a:t>E-Liquid Reservoir</a:t>
                </a:r>
                <a:endParaRPr lang="en-US" sz="1100" dirty="0">
                  <a:effectLst/>
                  <a:latin typeface="Arial" panose="020B0604020202020204" pitchFamily="34" charset="0"/>
                  <a:ea typeface="Times New Roman" panose="02020603050405020304" pitchFamily="18" charset="0"/>
                </a:endParaRPr>
              </a:p>
            </p:txBody>
          </p:sp>
          <p:cxnSp>
            <p:nvCxnSpPr>
              <p:cNvPr id="17" name="Straight Arrow Connector 16">
                <a:extLst>
                  <a:ext uri="{FF2B5EF4-FFF2-40B4-BE49-F238E27FC236}">
                    <a16:creationId xmlns:a16="http://schemas.microsoft.com/office/drawing/2014/main" id="{A570D3AF-3957-0251-2D1C-57F280E277F4}"/>
                  </a:ext>
                </a:extLst>
              </p:cNvPr>
              <p:cNvCxnSpPr/>
              <p:nvPr/>
            </p:nvCxnSpPr>
            <p:spPr>
              <a:xfrm flipH="1">
                <a:off x="3012306" y="509938"/>
                <a:ext cx="539416" cy="1019643"/>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8" name="Text Box 17">
                <a:extLst>
                  <a:ext uri="{FF2B5EF4-FFF2-40B4-BE49-F238E27FC236}">
                    <a16:creationId xmlns:a16="http://schemas.microsoft.com/office/drawing/2014/main" id="{CBE923B9-99AE-A048-DA4F-CF41C9723018}"/>
                  </a:ext>
                </a:extLst>
              </p:cNvPr>
              <p:cNvSpPr txBox="1"/>
              <p:nvPr/>
            </p:nvSpPr>
            <p:spPr>
              <a:xfrm>
                <a:off x="3359216" y="99589"/>
                <a:ext cx="606391" cy="35606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just">
                  <a:lnSpc>
                    <a:spcPct val="105000"/>
                  </a:lnSpc>
                  <a:spcAft>
                    <a:spcPts val="600"/>
                  </a:spcAft>
                </a:pPr>
                <a:r>
                  <a:rPr lang="en-US" sz="800" dirty="0">
                    <a:effectLst/>
                    <a:latin typeface="Arial" panose="020B0604020202020204" pitchFamily="34" charset="0"/>
                    <a:ea typeface="Times New Roman" panose="02020603050405020304" pitchFamily="18" charset="0"/>
                  </a:rPr>
                  <a:t>Plastic Disk</a:t>
                </a:r>
                <a:endParaRPr lang="en-US" sz="1100" dirty="0">
                  <a:effectLst/>
                  <a:latin typeface="Arial" panose="020B0604020202020204" pitchFamily="34" charset="0"/>
                  <a:ea typeface="Times New Roman" panose="02020603050405020304" pitchFamily="18" charset="0"/>
                </a:endParaRPr>
              </a:p>
            </p:txBody>
          </p:sp>
          <p:cxnSp>
            <p:nvCxnSpPr>
              <p:cNvPr id="19" name="Straight Arrow Connector 18">
                <a:extLst>
                  <a:ext uri="{FF2B5EF4-FFF2-40B4-BE49-F238E27FC236}">
                    <a16:creationId xmlns:a16="http://schemas.microsoft.com/office/drawing/2014/main" id="{DBB343F9-346C-CF9B-BAD4-718A168B456B}"/>
                  </a:ext>
                </a:extLst>
              </p:cNvPr>
              <p:cNvCxnSpPr/>
              <p:nvPr/>
            </p:nvCxnSpPr>
            <p:spPr>
              <a:xfrm flipH="1">
                <a:off x="3647574" y="432936"/>
                <a:ext cx="510540" cy="693019"/>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0" name="Text Box 19">
                <a:extLst>
                  <a:ext uri="{FF2B5EF4-FFF2-40B4-BE49-F238E27FC236}">
                    <a16:creationId xmlns:a16="http://schemas.microsoft.com/office/drawing/2014/main" id="{5D5935E6-7A89-83C7-C300-A829EB22A7E2}"/>
                  </a:ext>
                </a:extLst>
              </p:cNvPr>
              <p:cNvSpPr txBox="1"/>
              <p:nvPr/>
            </p:nvSpPr>
            <p:spPr>
              <a:xfrm>
                <a:off x="4023360" y="62397"/>
                <a:ext cx="914400" cy="47163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just">
                  <a:lnSpc>
                    <a:spcPct val="105000"/>
                  </a:lnSpc>
                  <a:spcAft>
                    <a:spcPts val="600"/>
                  </a:spcAft>
                </a:pPr>
                <a:r>
                  <a:rPr lang="en-US" sz="800" dirty="0">
                    <a:effectLst/>
                    <a:latin typeface="Arial" panose="020B0604020202020204" pitchFamily="34" charset="0"/>
                    <a:ea typeface="Times New Roman" panose="02020603050405020304" pitchFamily="18" charset="0"/>
                  </a:rPr>
                  <a:t>Battery and Coil Assembly</a:t>
                </a:r>
                <a:endParaRPr lang="en-US" sz="1100" dirty="0">
                  <a:effectLst/>
                  <a:latin typeface="Arial" panose="020B0604020202020204" pitchFamily="34" charset="0"/>
                  <a:ea typeface="Times New Roman" panose="02020603050405020304" pitchFamily="18" charset="0"/>
                </a:endParaRPr>
              </a:p>
            </p:txBody>
          </p:sp>
          <p:cxnSp>
            <p:nvCxnSpPr>
              <p:cNvPr id="21" name="Straight Arrow Connector 20">
                <a:extLst>
                  <a:ext uri="{FF2B5EF4-FFF2-40B4-BE49-F238E27FC236}">
                    <a16:creationId xmlns:a16="http://schemas.microsoft.com/office/drawing/2014/main" id="{C3ED0B6D-D87E-27EB-B73C-DCD48EB8378D}"/>
                  </a:ext>
                </a:extLst>
              </p:cNvPr>
              <p:cNvCxnSpPr/>
              <p:nvPr/>
            </p:nvCxnSpPr>
            <p:spPr>
              <a:xfrm flipH="1">
                <a:off x="4417595" y="1125955"/>
                <a:ext cx="616417" cy="115737"/>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 Box 22">
                <a:extLst>
                  <a:ext uri="{FF2B5EF4-FFF2-40B4-BE49-F238E27FC236}">
                    <a16:creationId xmlns:a16="http://schemas.microsoft.com/office/drawing/2014/main" id="{C8253C95-B08D-AF57-F4F8-4194D63404A5}"/>
                  </a:ext>
                </a:extLst>
              </p:cNvPr>
              <p:cNvSpPr txBox="1"/>
              <p:nvPr/>
            </p:nvSpPr>
            <p:spPr>
              <a:xfrm>
                <a:off x="5034012" y="856648"/>
                <a:ext cx="548640" cy="56678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just">
                  <a:lnSpc>
                    <a:spcPct val="105000"/>
                  </a:lnSpc>
                  <a:spcAft>
                    <a:spcPts val="600"/>
                  </a:spcAft>
                </a:pPr>
                <a:r>
                  <a:rPr lang="en-US" sz="800">
                    <a:effectLst/>
                    <a:latin typeface="Arial" panose="020B0604020202020204" pitchFamily="34" charset="0"/>
                    <a:ea typeface="Times New Roman" panose="02020603050405020304" pitchFamily="18" charset="0"/>
                  </a:rPr>
                  <a:t>Airflow Sensor and LED Unit</a:t>
                </a:r>
                <a:endParaRPr lang="en-US" sz="1100">
                  <a:effectLst/>
                  <a:latin typeface="Arial" panose="020B0604020202020204" pitchFamily="34" charset="0"/>
                  <a:ea typeface="Times New Roman" panose="02020603050405020304" pitchFamily="18" charset="0"/>
                </a:endParaRPr>
              </a:p>
            </p:txBody>
          </p:sp>
          <p:cxnSp>
            <p:nvCxnSpPr>
              <p:cNvPr id="23" name="Straight Arrow Connector 22">
                <a:extLst>
                  <a:ext uri="{FF2B5EF4-FFF2-40B4-BE49-F238E27FC236}">
                    <a16:creationId xmlns:a16="http://schemas.microsoft.com/office/drawing/2014/main" id="{3DC9CCDA-2CE6-6B73-A99E-9849F36BAA67}"/>
                  </a:ext>
                </a:extLst>
              </p:cNvPr>
              <p:cNvCxnSpPr/>
              <p:nvPr/>
            </p:nvCxnSpPr>
            <p:spPr>
              <a:xfrm>
                <a:off x="875698" y="2145832"/>
                <a:ext cx="712270" cy="6657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4" name="Text Box 25">
                <a:extLst>
                  <a:ext uri="{FF2B5EF4-FFF2-40B4-BE49-F238E27FC236}">
                    <a16:creationId xmlns:a16="http://schemas.microsoft.com/office/drawing/2014/main" id="{12025758-C32A-4296-C5B6-39DE3D105DB2}"/>
                  </a:ext>
                </a:extLst>
              </p:cNvPr>
              <p:cNvSpPr txBox="1"/>
              <p:nvPr/>
            </p:nvSpPr>
            <p:spPr>
              <a:xfrm>
                <a:off x="385010" y="1992429"/>
                <a:ext cx="587141" cy="481263"/>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just">
                  <a:lnSpc>
                    <a:spcPct val="105000"/>
                  </a:lnSpc>
                  <a:spcAft>
                    <a:spcPts val="600"/>
                  </a:spcAft>
                </a:pPr>
                <a:r>
                  <a:rPr lang="en-US" sz="800">
                    <a:effectLst/>
                    <a:latin typeface="Arial" panose="020B0604020202020204" pitchFamily="34" charset="0"/>
                    <a:ea typeface="Times New Roman" panose="02020603050405020304" pitchFamily="18" charset="0"/>
                  </a:rPr>
                  <a:t>Outer Casing</a:t>
                </a:r>
                <a:endParaRPr lang="en-US" sz="1100">
                  <a:effectLst/>
                  <a:latin typeface="Arial" panose="020B0604020202020204" pitchFamily="34" charset="0"/>
                  <a:ea typeface="Times New Roman" panose="02020603050405020304" pitchFamily="18" charset="0"/>
                </a:endParaRPr>
              </a:p>
            </p:txBody>
          </p:sp>
        </p:grpSp>
      </p:grpSp>
    </p:spTree>
    <p:extLst>
      <p:ext uri="{BB962C8B-B14F-4D97-AF65-F5344CB8AC3E}">
        <p14:creationId xmlns:p14="http://schemas.microsoft.com/office/powerpoint/2010/main" val="1993653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EE301-BC71-1CDB-5D4A-21332FCF112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28EB7F-48A1-2E6A-A2CB-0ED93A9119D5}"/>
              </a:ext>
            </a:extLst>
          </p:cNvPr>
          <p:cNvSpPr>
            <a:spLocks noGrp="1"/>
          </p:cNvSpPr>
          <p:nvPr>
            <p:ph type="body" sz="quarter" idx="15"/>
          </p:nvPr>
        </p:nvSpPr>
        <p:spPr>
          <a:xfrm>
            <a:off x="272085" y="1404460"/>
            <a:ext cx="11919915" cy="4190768"/>
          </a:xfrm>
        </p:spPr>
        <p:txBody>
          <a:bodyPr/>
          <a:lstStyle/>
          <a:p>
            <a:pPr>
              <a:defRPr sz="1600">
                <a:solidFill>
                  <a:srgbClr val="000000"/>
                </a:solidFill>
              </a:defRPr>
            </a:pPr>
            <a:r>
              <a:rPr lang="en-US" sz="2400" b="0" dirty="0"/>
              <a:t>Goal: Save power and improve energy efficiency using multiple strategies</a:t>
            </a:r>
          </a:p>
          <a:p>
            <a:pPr>
              <a:defRPr sz="1600">
                <a:solidFill>
                  <a:srgbClr val="000000"/>
                </a:solidFill>
              </a:defRPr>
            </a:pPr>
            <a:r>
              <a:rPr lang="en-US" sz="2400" b="0" dirty="0"/>
              <a:t>Power Gating Method:</a:t>
            </a:r>
          </a:p>
          <a:p>
            <a:pPr lvl="1">
              <a:defRPr sz="1600">
                <a:solidFill>
                  <a:srgbClr val="000000"/>
                </a:solidFill>
              </a:defRPr>
            </a:pPr>
            <a:r>
              <a:rPr lang="en-US" sz="1867" b="0" dirty="0"/>
              <a:t>Use sleep transistors to cut VDD to inactive blocks (e.g., Multiplier, PRSG, SISR)</a:t>
            </a:r>
          </a:p>
          <a:p>
            <a:pPr lvl="1">
              <a:defRPr sz="1600">
                <a:solidFill>
                  <a:srgbClr val="000000"/>
                </a:solidFill>
              </a:defRPr>
            </a:pPr>
            <a:r>
              <a:rPr lang="en-US" sz="1867" b="0" dirty="0"/>
              <a:t>Control logic disables power to idle blocks to reduce leakage</a:t>
            </a:r>
          </a:p>
          <a:p>
            <a:pPr>
              <a:defRPr sz="1600">
                <a:solidFill>
                  <a:srgbClr val="000000"/>
                </a:solidFill>
              </a:defRPr>
            </a:pPr>
            <a:r>
              <a:rPr lang="en-US" sz="2400" b="0" dirty="0"/>
              <a:t>DVFS Method:</a:t>
            </a:r>
          </a:p>
          <a:p>
            <a:pPr lvl="1">
              <a:defRPr sz="1600">
                <a:solidFill>
                  <a:srgbClr val="000000"/>
                </a:solidFill>
              </a:defRPr>
            </a:pPr>
            <a:r>
              <a:rPr lang="en-US" sz="1867" b="0" dirty="0"/>
              <a:t>Adjust operating voltage and frequency dynamically based on workload</a:t>
            </a:r>
          </a:p>
          <a:p>
            <a:pPr lvl="1">
              <a:defRPr sz="1600">
                <a:solidFill>
                  <a:srgbClr val="000000"/>
                </a:solidFill>
              </a:defRPr>
            </a:pPr>
            <a:r>
              <a:rPr lang="en-US" sz="1867" b="0" dirty="0"/>
              <a:t>Lower frequency/voltage for test mode; higher for performance-critical operations</a:t>
            </a:r>
          </a:p>
          <a:p>
            <a:pPr marL="342900" lvl="1" indent="-342900">
              <a:buFont typeface="Wingdings" panose="05000000000000000000" pitchFamily="2" charset="2"/>
              <a:buChar char="§"/>
              <a:defRPr sz="1600">
                <a:solidFill>
                  <a:srgbClr val="000000"/>
                </a:solidFill>
              </a:defRPr>
            </a:pPr>
            <a:r>
              <a:rPr lang="en-US" sz="2400" b="0" dirty="0"/>
              <a:t>Why Combine Power Gating and DVFS:</a:t>
            </a:r>
          </a:p>
          <a:p>
            <a:pPr marL="647692" lvl="2" indent="-342900">
              <a:defRPr sz="1600">
                <a:solidFill>
                  <a:srgbClr val="000000"/>
                </a:solidFill>
              </a:defRPr>
            </a:pPr>
            <a:r>
              <a:rPr lang="en-US" sz="2133" b="0" dirty="0"/>
              <a:t>Power gating reduces static/leakage power during idle time</a:t>
            </a:r>
          </a:p>
          <a:p>
            <a:pPr marL="647692" lvl="2" indent="-342900">
              <a:defRPr sz="1600">
                <a:solidFill>
                  <a:srgbClr val="000000"/>
                </a:solidFill>
              </a:defRPr>
            </a:pPr>
            <a:r>
              <a:rPr lang="en-US" sz="2133" b="0" dirty="0"/>
              <a:t>DVFS reduces dynamic power based on activity level</a:t>
            </a:r>
          </a:p>
          <a:p>
            <a:pPr marL="647692" lvl="2" indent="-342900">
              <a:defRPr sz="1600">
                <a:solidFill>
                  <a:srgbClr val="000000"/>
                </a:solidFill>
              </a:defRPr>
            </a:pPr>
            <a:r>
              <a:rPr lang="en-US" sz="2133" b="0" dirty="0"/>
              <a:t>Together, these techniques allow fine-grained control over power and performance tradeoffs, helping to meet timing and energy constraints across different operating modes</a:t>
            </a:r>
          </a:p>
          <a:p>
            <a:pPr marL="647692" lvl="2" indent="-342900">
              <a:defRPr sz="1600">
                <a:solidFill>
                  <a:srgbClr val="000000"/>
                </a:solidFill>
              </a:defRPr>
            </a:pPr>
            <a:r>
              <a:rPr lang="en-US" sz="2133" b="0" dirty="0"/>
              <a:t>This combination aligns with ongoing research into adaptive low-power design, and provides a foundation for exploring DVFS schemes in dissertation-level investigations</a:t>
            </a:r>
          </a:p>
        </p:txBody>
      </p:sp>
      <p:sp>
        <p:nvSpPr>
          <p:cNvPr id="4" name="Title 3">
            <a:extLst>
              <a:ext uri="{FF2B5EF4-FFF2-40B4-BE49-F238E27FC236}">
                <a16:creationId xmlns:a16="http://schemas.microsoft.com/office/drawing/2014/main" id="{127111B0-30BD-FC0B-F2A9-B8F944CA0421}"/>
              </a:ext>
            </a:extLst>
          </p:cNvPr>
          <p:cNvSpPr>
            <a:spLocks noGrp="1"/>
          </p:cNvSpPr>
          <p:nvPr>
            <p:ph type="title"/>
          </p:nvPr>
        </p:nvSpPr>
        <p:spPr>
          <a:xfrm>
            <a:off x="272085" y="566388"/>
            <a:ext cx="10355658" cy="696384"/>
          </a:xfrm>
        </p:spPr>
        <p:txBody>
          <a:bodyPr/>
          <a:lstStyle/>
          <a:p>
            <a:r>
              <a:rPr lang="en-US" dirty="0"/>
              <a:t>Optimization – Power Gating and DVFS</a:t>
            </a:r>
          </a:p>
        </p:txBody>
      </p:sp>
    </p:spTree>
    <p:extLst>
      <p:ext uri="{BB962C8B-B14F-4D97-AF65-F5344CB8AC3E}">
        <p14:creationId xmlns:p14="http://schemas.microsoft.com/office/powerpoint/2010/main" val="2987597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4D6E5F19-ECEE-F247-AC76-41D632A5DD50}"/>
              </a:ext>
            </a:extLst>
          </p:cNvPr>
          <p:cNvSpPr>
            <a:spLocks noGrp="1"/>
          </p:cNvSpPr>
          <p:nvPr>
            <p:ph type="body" sz="quarter" idx="14"/>
          </p:nvPr>
        </p:nvSpPr>
        <p:spPr/>
        <p:txBody>
          <a:bodyPr/>
          <a:lstStyle/>
          <a:p>
            <a:endParaRPr lang="en-US"/>
          </a:p>
        </p:txBody>
      </p:sp>
      <p:sp>
        <p:nvSpPr>
          <p:cNvPr id="6" name="Title 5">
            <a:extLst>
              <a:ext uri="{FF2B5EF4-FFF2-40B4-BE49-F238E27FC236}">
                <a16:creationId xmlns:a16="http://schemas.microsoft.com/office/drawing/2014/main" id="{1B9DAA05-4101-7F4E-9105-7A7E2CA1260E}"/>
              </a:ext>
            </a:extLst>
          </p:cNvPr>
          <p:cNvSpPr>
            <a:spLocks noGrp="1"/>
          </p:cNvSpPr>
          <p:nvPr>
            <p:ph type="title"/>
          </p:nvPr>
        </p:nvSpPr>
        <p:spPr>
          <a:xfrm>
            <a:off x="301024" y="2991103"/>
            <a:ext cx="11589952" cy="1253062"/>
          </a:xfrm>
        </p:spPr>
        <p:txBody>
          <a:bodyPr/>
          <a:lstStyle/>
          <a:p>
            <a:pPr algn="ctr"/>
            <a:r>
              <a:rPr lang="en-US" dirty="0"/>
              <a:t> THANK YOU</a:t>
            </a:r>
          </a:p>
        </p:txBody>
      </p:sp>
    </p:spTree>
    <p:extLst>
      <p:ext uri="{BB962C8B-B14F-4D97-AF65-F5344CB8AC3E}">
        <p14:creationId xmlns:p14="http://schemas.microsoft.com/office/powerpoint/2010/main" val="3265388699"/>
      </p:ext>
    </p:extLst>
  </p:cSld>
  <p:clrMapOvr>
    <a:masterClrMapping/>
  </p:clrMapOvr>
</p:sld>
</file>

<file path=ppt/theme/theme1.xml><?xml version="1.0" encoding="utf-8"?>
<a:theme xmlns:a="http://schemas.openxmlformats.org/drawingml/2006/main" name="RIT">
  <a:themeElements>
    <a:clrScheme name="RIT">
      <a:dk1>
        <a:srgbClr val="000000"/>
      </a:dk1>
      <a:lt1>
        <a:srgbClr val="FFFFFF"/>
      </a:lt1>
      <a:dk2>
        <a:srgbClr val="6F706F"/>
      </a:dk2>
      <a:lt2>
        <a:srgbClr val="E7E6E6"/>
      </a:lt2>
      <a:accent1>
        <a:srgbClr val="F66900"/>
      </a:accent1>
      <a:accent2>
        <a:srgbClr val="F6BD00"/>
      </a:accent2>
      <a:accent3>
        <a:srgbClr val="C4D500"/>
      </a:accent3>
      <a:accent4>
        <a:srgbClr val="009CBD"/>
      </a:accent4>
      <a:accent5>
        <a:srgbClr val="7D54C7"/>
      </a:accent5>
      <a:accent6>
        <a:srgbClr val="70AD47"/>
      </a:accent6>
      <a:hlink>
        <a:srgbClr val="D64900"/>
      </a:hlink>
      <a:folHlink>
        <a:srgbClr val="71747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5a" id="{E3418252-4895-964F-961C-8180D08E9AFD}" vid="{6C85667F-3AE7-334E-BF87-DE93D94235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9dd8f4f-3b8b-4768-aba7-bbd379e0736b}" enabled="0" method="" siteId="{f9dd8f4f-3b8b-4768-aba7-bbd379e0736b}" removed="1"/>
</clbl:labelList>
</file>

<file path=docProps/app.xml><?xml version="1.0" encoding="utf-8"?>
<Properties xmlns="http://schemas.openxmlformats.org/officeDocument/2006/extended-properties" xmlns:vt="http://schemas.openxmlformats.org/officeDocument/2006/docPropsVTypes">
  <Template>RIT</Template>
  <TotalTime>19891</TotalTime>
  <Words>647</Words>
  <Application>Microsoft Office PowerPoint</Application>
  <PresentationFormat>Widescreen</PresentationFormat>
  <Paragraphs>92</Paragraphs>
  <Slides>9</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MS Gothic</vt:lpstr>
      <vt:lpstr>Aptos</vt:lpstr>
      <vt:lpstr>Arial</vt:lpstr>
      <vt:lpstr>Calibri</vt:lpstr>
      <vt:lpstr>Georgia</vt:lpstr>
      <vt:lpstr>System Font Regular</vt:lpstr>
      <vt:lpstr>Times New Roman</vt:lpstr>
      <vt:lpstr>Wingdings</vt:lpstr>
      <vt:lpstr>RIT</vt:lpstr>
      <vt:lpstr>  </vt:lpstr>
      <vt:lpstr>Overall Block Diagram</vt:lpstr>
      <vt:lpstr>Block Diagram Legend</vt:lpstr>
      <vt:lpstr>Major Component – ALU (Adder + Multiplier)</vt:lpstr>
      <vt:lpstr>Major Component – PRSG + MUX</vt:lpstr>
      <vt:lpstr>Major Component – SISR</vt:lpstr>
      <vt:lpstr>PowerPoint Presentation</vt:lpstr>
      <vt:lpstr>Optimization – Power Gating and DVFS</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CRITICAL REVIEW PRESENTATION</dc:title>
  <dc:creator>Microsoft Office User</dc:creator>
  <cp:lastModifiedBy>Gloria Mbaka (RIT Student)</cp:lastModifiedBy>
  <cp:revision>56</cp:revision>
  <cp:lastPrinted>2018-04-25T02:50:23Z</cp:lastPrinted>
  <dcterms:created xsi:type="dcterms:W3CDTF">2023-12-05T17:09:58Z</dcterms:created>
  <dcterms:modified xsi:type="dcterms:W3CDTF">2025-04-27T23:19:01Z</dcterms:modified>
</cp:coreProperties>
</file>